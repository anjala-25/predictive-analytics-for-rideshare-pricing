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006B1D-66DC-4B07-BD9B-E3EC5814196B}" v="52" dt="2025-05-01T16:21:17.5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yapati Anjala" userId="abf60a4a70244c57" providerId="LiveId" clId="{27006B1D-66DC-4B07-BD9B-E3EC5814196B}"/>
    <pc:docChg chg="undo custSel addSld delSld modSld">
      <pc:chgData name="Boyapati Anjala" userId="abf60a4a70244c57" providerId="LiveId" clId="{27006B1D-66DC-4B07-BD9B-E3EC5814196B}" dt="2025-05-01T16:24:34.756" v="512" actId="20577"/>
      <pc:docMkLst>
        <pc:docMk/>
      </pc:docMkLst>
      <pc:sldChg chg="addSp delSp modSp mod">
        <pc:chgData name="Boyapati Anjala" userId="abf60a4a70244c57" providerId="LiveId" clId="{27006B1D-66DC-4B07-BD9B-E3EC5814196B}" dt="2025-05-01T16:24:34.756" v="512" actId="20577"/>
        <pc:sldMkLst>
          <pc:docMk/>
          <pc:sldMk cId="3222883229" sldId="256"/>
        </pc:sldMkLst>
        <pc:spChg chg="mod">
          <ac:chgData name="Boyapati Anjala" userId="abf60a4a70244c57" providerId="LiveId" clId="{27006B1D-66DC-4B07-BD9B-E3EC5814196B}" dt="2025-05-01T15:29:27.774" v="204" actId="255"/>
          <ac:spMkLst>
            <pc:docMk/>
            <pc:sldMk cId="3222883229" sldId="256"/>
            <ac:spMk id="2" creationId="{2F5C2C58-AD1E-4B1E-888B-33B37236354F}"/>
          </ac:spMkLst>
        </pc:spChg>
        <pc:spChg chg="mod">
          <ac:chgData name="Boyapati Anjala" userId="abf60a4a70244c57" providerId="LiveId" clId="{27006B1D-66DC-4B07-BD9B-E3EC5814196B}" dt="2025-05-01T16:24:34.756" v="512" actId="20577"/>
          <ac:spMkLst>
            <pc:docMk/>
            <pc:sldMk cId="3222883229" sldId="256"/>
            <ac:spMk id="3" creationId="{E0153247-62A5-772A-2B61-FF2F31D91996}"/>
          </ac:spMkLst>
        </pc:spChg>
        <pc:spChg chg="add del">
          <ac:chgData name="Boyapati Anjala" userId="abf60a4a70244c57" providerId="LiveId" clId="{27006B1D-66DC-4B07-BD9B-E3EC5814196B}" dt="2025-05-01T15:18:11.675" v="3" actId="26606"/>
          <ac:spMkLst>
            <pc:docMk/>
            <pc:sldMk cId="3222883229" sldId="256"/>
            <ac:spMk id="9" creationId="{6F828D28-8E09-41CC-8229-3070B5467A96}"/>
          </ac:spMkLst>
        </pc:spChg>
        <pc:spChg chg="add del">
          <ac:chgData name="Boyapati Anjala" userId="abf60a4a70244c57" providerId="LiveId" clId="{27006B1D-66DC-4B07-BD9B-E3EC5814196B}" dt="2025-05-01T15:18:11.675" v="3" actId="26606"/>
          <ac:spMkLst>
            <pc:docMk/>
            <pc:sldMk cId="3222883229" sldId="256"/>
            <ac:spMk id="11" creationId="{D5B012D8-7F27-4758-9AC6-C889B154BD73}"/>
          </ac:spMkLst>
        </pc:spChg>
        <pc:spChg chg="add del">
          <ac:chgData name="Boyapati Anjala" userId="abf60a4a70244c57" providerId="LiveId" clId="{27006B1D-66DC-4B07-BD9B-E3EC5814196B}" dt="2025-05-01T15:18:11.675" v="3" actId="26606"/>
          <ac:spMkLst>
            <pc:docMk/>
            <pc:sldMk cId="3222883229" sldId="256"/>
            <ac:spMk id="13" creationId="{4063B759-00FC-46D1-9898-8E8625268FAF}"/>
          </ac:spMkLst>
        </pc:spChg>
        <pc:spChg chg="add del">
          <ac:chgData name="Boyapati Anjala" userId="abf60a4a70244c57" providerId="LiveId" clId="{27006B1D-66DC-4B07-BD9B-E3EC5814196B}" dt="2025-05-01T15:17:10.113" v="1" actId="26606"/>
          <ac:spMkLst>
            <pc:docMk/>
            <pc:sldMk cId="3222883229" sldId="256"/>
            <ac:spMk id="18" creationId="{94714483-7072-431F-9DBE-87F44E4D44BC}"/>
          </ac:spMkLst>
        </pc:spChg>
        <pc:spChg chg="add del">
          <ac:chgData name="Boyapati Anjala" userId="abf60a4a70244c57" providerId="LiveId" clId="{27006B1D-66DC-4B07-BD9B-E3EC5814196B}" dt="2025-05-01T15:17:10.113" v="1" actId="26606"/>
          <ac:spMkLst>
            <pc:docMk/>
            <pc:sldMk cId="3222883229" sldId="256"/>
            <ac:spMk id="20" creationId="{495892E1-F4A5-4991-AC52-4F417B14A2A2}"/>
          </ac:spMkLst>
        </pc:spChg>
        <pc:spChg chg="add del">
          <ac:chgData name="Boyapati Anjala" userId="abf60a4a70244c57" providerId="LiveId" clId="{27006B1D-66DC-4B07-BD9B-E3EC5814196B}" dt="2025-05-01T15:17:10.113" v="1" actId="26606"/>
          <ac:spMkLst>
            <pc:docMk/>
            <pc:sldMk cId="3222883229" sldId="256"/>
            <ac:spMk id="30" creationId="{E2683E3F-F855-4549-84F8-42064EC0F247}"/>
          </ac:spMkLst>
        </pc:spChg>
        <pc:spChg chg="add del">
          <ac:chgData name="Boyapati Anjala" userId="abf60a4a70244c57" providerId="LiveId" clId="{27006B1D-66DC-4B07-BD9B-E3EC5814196B}" dt="2025-05-01T15:17:10.113" v="1" actId="26606"/>
          <ac:spMkLst>
            <pc:docMk/>
            <pc:sldMk cId="3222883229" sldId="256"/>
            <ac:spMk id="38" creationId="{832F3179-0CD5-40C8-9939-D8355006F7BA}"/>
          </ac:spMkLst>
        </pc:spChg>
        <pc:spChg chg="add del">
          <ac:chgData name="Boyapati Anjala" userId="abf60a4a70244c57" providerId="LiveId" clId="{27006B1D-66DC-4B07-BD9B-E3EC5814196B}" dt="2025-05-01T15:18:11.675" v="3" actId="26606"/>
          <ac:spMkLst>
            <pc:docMk/>
            <pc:sldMk cId="3222883229" sldId="256"/>
            <ac:spMk id="47" creationId="{9848F91B-FA65-4A06-A177-8CCF7EBC8631}"/>
          </ac:spMkLst>
        </pc:spChg>
        <pc:spChg chg="add del">
          <ac:chgData name="Boyapati Anjala" userId="abf60a4a70244c57" providerId="LiveId" clId="{27006B1D-66DC-4B07-BD9B-E3EC5814196B}" dt="2025-05-01T15:18:11.675" v="3" actId="26606"/>
          <ac:spMkLst>
            <pc:docMk/>
            <pc:sldMk cId="3222883229" sldId="256"/>
            <ac:spMk id="48" creationId="{2CF7CF5F-D747-47B3-80B1-8392750446C6}"/>
          </ac:spMkLst>
        </pc:spChg>
        <pc:spChg chg="add del">
          <ac:chgData name="Boyapati Anjala" userId="abf60a4a70244c57" providerId="LiveId" clId="{27006B1D-66DC-4B07-BD9B-E3EC5814196B}" dt="2025-05-01T15:18:11.675" v="3" actId="26606"/>
          <ac:spMkLst>
            <pc:docMk/>
            <pc:sldMk cId="3222883229" sldId="256"/>
            <ac:spMk id="49" creationId="{820B6604-1FF9-43F5-AC47-3D41CB2F563B}"/>
          </ac:spMkLst>
        </pc:spChg>
        <pc:spChg chg="add del">
          <ac:chgData name="Boyapati Anjala" userId="abf60a4a70244c57" providerId="LiveId" clId="{27006B1D-66DC-4B07-BD9B-E3EC5814196B}" dt="2025-05-01T15:18:11.675" v="3" actId="26606"/>
          <ac:spMkLst>
            <pc:docMk/>
            <pc:sldMk cId="3222883229" sldId="256"/>
            <ac:spMk id="50" creationId="{D98779F6-5395-4B82-BDCB-4ADF6A5BB9E5}"/>
          </ac:spMkLst>
        </pc:spChg>
        <pc:spChg chg="add del">
          <ac:chgData name="Boyapati Anjala" userId="abf60a4a70244c57" providerId="LiveId" clId="{27006B1D-66DC-4B07-BD9B-E3EC5814196B}" dt="2025-05-01T15:18:11.675" v="3" actId="26606"/>
          <ac:spMkLst>
            <pc:docMk/>
            <pc:sldMk cId="3222883229" sldId="256"/>
            <ac:spMk id="51" creationId="{CE1108CD-786E-4304-9504-9C5AD64829D2}"/>
          </ac:spMkLst>
        </pc:spChg>
        <pc:spChg chg="add del">
          <ac:chgData name="Boyapati Anjala" userId="abf60a4a70244c57" providerId="LiveId" clId="{27006B1D-66DC-4B07-BD9B-E3EC5814196B}" dt="2025-05-01T15:18:11.675" v="3" actId="26606"/>
          <ac:spMkLst>
            <pc:docMk/>
            <pc:sldMk cId="3222883229" sldId="256"/>
            <ac:spMk id="52" creationId="{C70191CD-D48F-4F7A-8077-0380603A29E2}"/>
          </ac:spMkLst>
        </pc:spChg>
        <pc:picChg chg="mod">
          <ac:chgData name="Boyapati Anjala" userId="abf60a4a70244c57" providerId="LiveId" clId="{27006B1D-66DC-4B07-BD9B-E3EC5814196B}" dt="2025-05-01T15:26:49.698" v="141" actId="1076"/>
          <ac:picMkLst>
            <pc:docMk/>
            <pc:sldMk cId="3222883229" sldId="256"/>
            <ac:picMk id="5" creationId="{D34EE479-175B-7C71-2622-270647C810A6}"/>
          </ac:picMkLst>
        </pc:picChg>
      </pc:sldChg>
      <pc:sldChg chg="modSp mod">
        <pc:chgData name="Boyapati Anjala" userId="abf60a4a70244c57" providerId="LiveId" clId="{27006B1D-66DC-4B07-BD9B-E3EC5814196B}" dt="2025-05-01T15:49:28.317" v="305" actId="255"/>
        <pc:sldMkLst>
          <pc:docMk/>
          <pc:sldMk cId="1355344411" sldId="257"/>
        </pc:sldMkLst>
        <pc:spChg chg="mod">
          <ac:chgData name="Boyapati Anjala" userId="abf60a4a70244c57" providerId="LiveId" clId="{27006B1D-66DC-4B07-BD9B-E3EC5814196B}" dt="2025-05-01T15:49:28.317" v="305" actId="255"/>
          <ac:spMkLst>
            <pc:docMk/>
            <pc:sldMk cId="1355344411" sldId="257"/>
            <ac:spMk id="2" creationId="{8119BD41-E43F-E6F2-5F35-9F958FFE5E2B}"/>
          </ac:spMkLst>
        </pc:spChg>
        <pc:spChg chg="mod">
          <ac:chgData name="Boyapati Anjala" userId="abf60a4a70244c57" providerId="LiveId" clId="{27006B1D-66DC-4B07-BD9B-E3EC5814196B}" dt="2025-05-01T15:48:48.496" v="300" actId="255"/>
          <ac:spMkLst>
            <pc:docMk/>
            <pc:sldMk cId="1355344411" sldId="257"/>
            <ac:spMk id="21" creationId="{D7E39462-781A-803D-E289-23D36B83799E}"/>
          </ac:spMkLst>
        </pc:spChg>
      </pc:sldChg>
      <pc:sldChg chg="addSp delSp modSp mod">
        <pc:chgData name="Boyapati Anjala" userId="abf60a4a70244c57" providerId="LiveId" clId="{27006B1D-66DC-4B07-BD9B-E3EC5814196B}" dt="2025-05-01T16:22:14.177" v="504" actId="478"/>
        <pc:sldMkLst>
          <pc:docMk/>
          <pc:sldMk cId="3322425" sldId="258"/>
        </pc:sldMkLst>
        <pc:spChg chg="mod">
          <ac:chgData name="Boyapati Anjala" userId="abf60a4a70244c57" providerId="LiveId" clId="{27006B1D-66DC-4B07-BD9B-E3EC5814196B}" dt="2025-05-01T15:49:18.089" v="303" actId="255"/>
          <ac:spMkLst>
            <pc:docMk/>
            <pc:sldMk cId="3322425" sldId="258"/>
            <ac:spMk id="2" creationId="{F6AC4C15-B3E0-64EB-0F3B-18FC1A509279}"/>
          </ac:spMkLst>
        </pc:spChg>
        <pc:spChg chg="add del mod">
          <ac:chgData name="Boyapati Anjala" userId="abf60a4a70244c57" providerId="LiveId" clId="{27006B1D-66DC-4B07-BD9B-E3EC5814196B}" dt="2025-05-01T15:48:21.488" v="297" actId="114"/>
          <ac:spMkLst>
            <pc:docMk/>
            <pc:sldMk cId="3322425" sldId="258"/>
            <ac:spMk id="3" creationId="{4649F412-9EB6-D9AB-DB3D-CFFDB367EA61}"/>
          </ac:spMkLst>
        </pc:spChg>
        <pc:spChg chg="del mod">
          <ac:chgData name="Boyapati Anjala" userId="abf60a4a70244c57" providerId="LiveId" clId="{27006B1D-66DC-4B07-BD9B-E3EC5814196B}" dt="2025-05-01T16:22:14.177" v="504" actId="478"/>
          <ac:spMkLst>
            <pc:docMk/>
            <pc:sldMk cId="3322425" sldId="258"/>
            <ac:spMk id="6" creationId="{F4104EE6-1873-9ACD-FE75-F436F0D73603}"/>
          </ac:spMkLst>
        </pc:spChg>
        <pc:spChg chg="add del">
          <ac:chgData name="Boyapati Anjala" userId="abf60a4a70244c57" providerId="LiveId" clId="{27006B1D-66DC-4B07-BD9B-E3EC5814196B}" dt="2025-05-01T15:34:25.693" v="222" actId="26606"/>
          <ac:spMkLst>
            <pc:docMk/>
            <pc:sldMk cId="3322425" sldId="258"/>
            <ac:spMk id="29" creationId="{257363FD-7E77-4145-9483-331A807ADF0E}"/>
          </ac:spMkLst>
        </pc:spChg>
        <pc:spChg chg="add del">
          <ac:chgData name="Boyapati Anjala" userId="abf60a4a70244c57" providerId="LiveId" clId="{27006B1D-66DC-4B07-BD9B-E3EC5814196B}" dt="2025-05-01T15:32:14.148" v="210" actId="26606"/>
          <ac:spMkLst>
            <pc:docMk/>
            <pc:sldMk cId="3322425" sldId="258"/>
            <ac:spMk id="34" creationId="{9F7D5CDA-D291-4307-BF55-1381FED29634}"/>
          </ac:spMkLst>
        </pc:spChg>
        <pc:spChg chg="add del">
          <ac:chgData name="Boyapati Anjala" userId="abf60a4a70244c57" providerId="LiveId" clId="{27006B1D-66DC-4B07-BD9B-E3EC5814196B}" dt="2025-05-01T15:32:25.108" v="212" actId="26606"/>
          <ac:spMkLst>
            <pc:docMk/>
            <pc:sldMk cId="3322425" sldId="258"/>
            <ac:spMk id="36" creationId="{D1EA859B-E555-4109-94F3-6700E046E008}"/>
          </ac:spMkLst>
        </pc:spChg>
        <pc:spChg chg="add del">
          <ac:chgData name="Boyapati Anjala" userId="abf60a4a70244c57" providerId="LiveId" clId="{27006B1D-66DC-4B07-BD9B-E3EC5814196B}" dt="2025-05-01T15:32:25.108" v="212" actId="26606"/>
          <ac:spMkLst>
            <pc:docMk/>
            <pc:sldMk cId="3322425" sldId="258"/>
            <ac:spMk id="37" creationId="{04812C46-200A-4DEB-A05E-3ED6C68C2387}"/>
          </ac:spMkLst>
        </pc:spChg>
        <pc:spChg chg="add del">
          <ac:chgData name="Boyapati Anjala" userId="abf60a4a70244c57" providerId="LiveId" clId="{27006B1D-66DC-4B07-BD9B-E3EC5814196B}" dt="2025-05-01T15:32:27.245" v="214" actId="26606"/>
          <ac:spMkLst>
            <pc:docMk/>
            <pc:sldMk cId="3322425" sldId="258"/>
            <ac:spMk id="38" creationId="{8A17784E-76D8-4521-A77D-0D2EBB923004}"/>
          </ac:spMkLst>
        </pc:spChg>
        <pc:spChg chg="add del">
          <ac:chgData name="Boyapati Anjala" userId="abf60a4a70244c57" providerId="LiveId" clId="{27006B1D-66DC-4B07-BD9B-E3EC5814196B}" dt="2025-05-01T15:32:27.245" v="214" actId="26606"/>
          <ac:spMkLst>
            <pc:docMk/>
            <pc:sldMk cId="3322425" sldId="258"/>
            <ac:spMk id="39" creationId="{560AFAAC-EA6C-45A9-9E03-C9C9F0193B4F}"/>
          </ac:spMkLst>
        </pc:spChg>
        <pc:spChg chg="add del">
          <ac:chgData name="Boyapati Anjala" userId="abf60a4a70244c57" providerId="LiveId" clId="{27006B1D-66DC-4B07-BD9B-E3EC5814196B}" dt="2025-05-01T15:32:27.245" v="214" actId="26606"/>
          <ac:spMkLst>
            <pc:docMk/>
            <pc:sldMk cId="3322425" sldId="258"/>
            <ac:spMk id="40" creationId="{C0036C6B-F09C-4EAB-AE02-8D056EE74856}"/>
          </ac:spMkLst>
        </pc:spChg>
        <pc:spChg chg="add del">
          <ac:chgData name="Boyapati Anjala" userId="abf60a4a70244c57" providerId="LiveId" clId="{27006B1D-66DC-4B07-BD9B-E3EC5814196B}" dt="2025-05-01T15:32:27.245" v="214" actId="26606"/>
          <ac:spMkLst>
            <pc:docMk/>
            <pc:sldMk cId="3322425" sldId="258"/>
            <ac:spMk id="41" creationId="{83549E37-C86B-4401-90BD-D8BF83859F14}"/>
          </ac:spMkLst>
        </pc:spChg>
        <pc:spChg chg="add del">
          <ac:chgData name="Boyapati Anjala" userId="abf60a4a70244c57" providerId="LiveId" clId="{27006B1D-66DC-4B07-BD9B-E3EC5814196B}" dt="2025-05-01T15:32:27.245" v="214" actId="26606"/>
          <ac:spMkLst>
            <pc:docMk/>
            <pc:sldMk cId="3322425" sldId="258"/>
            <ac:spMk id="42" creationId="{FC8D5885-2804-4D3C-BE31-902E4D3279B0}"/>
          </ac:spMkLst>
        </pc:spChg>
        <pc:spChg chg="add del">
          <ac:chgData name="Boyapati Anjala" userId="abf60a4a70244c57" providerId="LiveId" clId="{27006B1D-66DC-4B07-BD9B-E3EC5814196B}" dt="2025-05-01T15:32:35.351" v="216" actId="26606"/>
          <ac:spMkLst>
            <pc:docMk/>
            <pc:sldMk cId="3322425" sldId="258"/>
            <ac:spMk id="44" creationId="{04812C46-200A-4DEB-A05E-3ED6C68C2387}"/>
          </ac:spMkLst>
        </pc:spChg>
        <pc:spChg chg="add del">
          <ac:chgData name="Boyapati Anjala" userId="abf60a4a70244c57" providerId="LiveId" clId="{27006B1D-66DC-4B07-BD9B-E3EC5814196B}" dt="2025-05-01T15:32:35.351" v="216" actId="26606"/>
          <ac:spMkLst>
            <pc:docMk/>
            <pc:sldMk cId="3322425" sldId="258"/>
            <ac:spMk id="45" creationId="{D1EA859B-E555-4109-94F3-6700E046E008}"/>
          </ac:spMkLst>
        </pc:spChg>
        <pc:spChg chg="add del">
          <ac:chgData name="Boyapati Anjala" userId="abf60a4a70244c57" providerId="LiveId" clId="{27006B1D-66DC-4B07-BD9B-E3EC5814196B}" dt="2025-05-01T15:33:08.168" v="218" actId="26606"/>
          <ac:spMkLst>
            <pc:docMk/>
            <pc:sldMk cId="3322425" sldId="258"/>
            <ac:spMk id="47" creationId="{257363FD-7E77-4145-9483-331A807ADF0E}"/>
          </ac:spMkLst>
        </pc:spChg>
        <pc:spChg chg="add del">
          <ac:chgData name="Boyapati Anjala" userId="abf60a4a70244c57" providerId="LiveId" clId="{27006B1D-66DC-4B07-BD9B-E3EC5814196B}" dt="2025-05-01T15:33:14.416" v="220" actId="26606"/>
          <ac:spMkLst>
            <pc:docMk/>
            <pc:sldMk cId="3322425" sldId="258"/>
            <ac:spMk id="49" creationId="{4649F412-9EB6-D9AB-DB3D-CFFDB367EA61}"/>
          </ac:spMkLst>
        </pc:spChg>
        <pc:spChg chg="add del">
          <ac:chgData name="Boyapati Anjala" userId="abf60a4a70244c57" providerId="LiveId" clId="{27006B1D-66DC-4B07-BD9B-E3EC5814196B}" dt="2025-05-01T15:34:25.693" v="222" actId="26606"/>
          <ac:spMkLst>
            <pc:docMk/>
            <pc:sldMk cId="3322425" sldId="258"/>
            <ac:spMk id="53" creationId="{9F7D5CDA-D291-4307-BF55-1381FED29634}"/>
          </ac:spMkLst>
        </pc:spChg>
        <pc:spChg chg="add del">
          <ac:chgData name="Boyapati Anjala" userId="abf60a4a70244c57" providerId="LiveId" clId="{27006B1D-66DC-4B07-BD9B-E3EC5814196B}" dt="2025-05-01T15:34:25.693" v="222" actId="26606"/>
          <ac:spMkLst>
            <pc:docMk/>
            <pc:sldMk cId="3322425" sldId="258"/>
            <ac:spMk id="54" creationId="{4649F412-9EB6-D9AB-DB3D-CFFDB367EA61}"/>
          </ac:spMkLst>
        </pc:spChg>
        <pc:grpChg chg="add del">
          <ac:chgData name="Boyapati Anjala" userId="abf60a4a70244c57" providerId="LiveId" clId="{27006B1D-66DC-4B07-BD9B-E3EC5814196B}" dt="2025-05-01T15:33:14.416" v="220" actId="26606"/>
          <ac:grpSpMkLst>
            <pc:docMk/>
            <pc:sldMk cId="3322425" sldId="258"/>
            <ac:grpSpMk id="50" creationId="{1FD67D68-9B83-C338-8342-3348D8F22347}"/>
          </ac:grpSpMkLst>
        </pc:grpChg>
        <pc:graphicFrameChg chg="add del">
          <ac:chgData name="Boyapati Anjala" userId="abf60a4a70244c57" providerId="LiveId" clId="{27006B1D-66DC-4B07-BD9B-E3EC5814196B}" dt="2025-05-01T15:33:08.168" v="218" actId="26606"/>
          <ac:graphicFrameMkLst>
            <pc:docMk/>
            <pc:sldMk cId="3322425" sldId="258"/>
            <ac:graphicFrameMk id="31" creationId="{700A78F8-8EB3-D7BC-D1B8-1F623E08F3E1}"/>
          </ac:graphicFrameMkLst>
        </pc:graphicFrameChg>
        <pc:picChg chg="mod ord">
          <ac:chgData name="Boyapati Anjala" userId="abf60a4a70244c57" providerId="LiveId" clId="{27006B1D-66DC-4B07-BD9B-E3EC5814196B}" dt="2025-05-01T15:34:25.693" v="222" actId="26606"/>
          <ac:picMkLst>
            <pc:docMk/>
            <pc:sldMk cId="3322425" sldId="258"/>
            <ac:picMk id="5" creationId="{8DF8C99F-CE4C-1179-FFAE-E4F88D27EAFE}"/>
          </ac:picMkLst>
        </pc:picChg>
      </pc:sldChg>
      <pc:sldChg chg="addSp delSp modSp mod setBg">
        <pc:chgData name="Boyapati Anjala" userId="abf60a4a70244c57" providerId="LiveId" clId="{27006B1D-66DC-4B07-BD9B-E3EC5814196B}" dt="2025-05-01T15:49:45.163" v="308" actId="122"/>
        <pc:sldMkLst>
          <pc:docMk/>
          <pc:sldMk cId="1018923263" sldId="259"/>
        </pc:sldMkLst>
        <pc:spChg chg="mod">
          <ac:chgData name="Boyapati Anjala" userId="abf60a4a70244c57" providerId="LiveId" clId="{27006B1D-66DC-4B07-BD9B-E3EC5814196B}" dt="2025-05-01T15:49:45.163" v="308" actId="122"/>
          <ac:spMkLst>
            <pc:docMk/>
            <pc:sldMk cId="1018923263" sldId="259"/>
            <ac:spMk id="2" creationId="{AB45E139-4158-6460-905D-D9D1C2CA3BD7}"/>
          </ac:spMkLst>
        </pc:spChg>
        <pc:spChg chg="add del">
          <ac:chgData name="Boyapati Anjala" userId="abf60a4a70244c57" providerId="LiveId" clId="{27006B1D-66DC-4B07-BD9B-E3EC5814196B}" dt="2025-05-01T15:35:49.786" v="229" actId="26606"/>
          <ac:spMkLst>
            <pc:docMk/>
            <pc:sldMk cId="1018923263" sldId="259"/>
            <ac:spMk id="3" creationId="{A4FEFB4B-E731-F1C8-C9D8-2371700458E5}"/>
          </ac:spMkLst>
        </pc:spChg>
        <pc:spChg chg="add del">
          <ac:chgData name="Boyapati Anjala" userId="abf60a4a70244c57" providerId="LiveId" clId="{27006B1D-66DC-4B07-BD9B-E3EC5814196B}" dt="2025-05-01T15:34:55.191" v="226" actId="26606"/>
          <ac:spMkLst>
            <pc:docMk/>
            <pc:sldMk cId="1018923263" sldId="259"/>
            <ac:spMk id="8" creationId="{327D73B4-9F5C-4A64-A179-51B9500CB8B5}"/>
          </ac:spMkLst>
        </pc:spChg>
        <pc:spChg chg="add">
          <ac:chgData name="Boyapati Anjala" userId="abf60a4a70244c57" providerId="LiveId" clId="{27006B1D-66DC-4B07-BD9B-E3EC5814196B}" dt="2025-05-01T15:35:49.786" v="229" actId="26606"/>
          <ac:spMkLst>
            <pc:docMk/>
            <pc:sldMk cId="1018923263" sldId="259"/>
            <ac:spMk id="9" creationId="{04812C46-200A-4DEB-A05E-3ED6C68C2387}"/>
          </ac:spMkLst>
        </pc:spChg>
        <pc:spChg chg="add del">
          <ac:chgData name="Boyapati Anjala" userId="abf60a4a70244c57" providerId="LiveId" clId="{27006B1D-66DC-4B07-BD9B-E3EC5814196B}" dt="2025-05-01T15:34:50.792" v="224" actId="26606"/>
          <ac:spMkLst>
            <pc:docMk/>
            <pc:sldMk cId="1018923263" sldId="259"/>
            <ac:spMk id="10" creationId="{B50AB553-2A96-4A92-96F2-93548E096954}"/>
          </ac:spMkLst>
        </pc:spChg>
        <pc:spChg chg="add">
          <ac:chgData name="Boyapati Anjala" userId="abf60a4a70244c57" providerId="LiveId" clId="{27006B1D-66DC-4B07-BD9B-E3EC5814196B}" dt="2025-05-01T15:35:49.786" v="229" actId="26606"/>
          <ac:spMkLst>
            <pc:docMk/>
            <pc:sldMk cId="1018923263" sldId="259"/>
            <ac:spMk id="11" creationId="{D1EA859B-E555-4109-94F3-6700E046E008}"/>
          </ac:spMkLst>
        </pc:spChg>
        <pc:spChg chg="add del">
          <ac:chgData name="Boyapati Anjala" userId="abf60a4a70244c57" providerId="LiveId" clId="{27006B1D-66DC-4B07-BD9B-E3EC5814196B}" dt="2025-05-01T15:34:55.191" v="226" actId="26606"/>
          <ac:spMkLst>
            <pc:docMk/>
            <pc:sldMk cId="1018923263" sldId="259"/>
            <ac:spMk id="12" creationId="{6CB927A4-E432-4310-9CD5-E89FF5063179}"/>
          </ac:spMkLst>
        </pc:spChg>
        <pc:spChg chg="add del">
          <ac:chgData name="Boyapati Anjala" userId="abf60a4a70244c57" providerId="LiveId" clId="{27006B1D-66DC-4B07-BD9B-E3EC5814196B}" dt="2025-05-01T15:34:55.191" v="226" actId="26606"/>
          <ac:spMkLst>
            <pc:docMk/>
            <pc:sldMk cId="1018923263" sldId="259"/>
            <ac:spMk id="13" creationId="{C1F06963-6374-4B48-844F-071A9BAAAE02}"/>
          </ac:spMkLst>
        </pc:spChg>
        <pc:spChg chg="add del">
          <ac:chgData name="Boyapati Anjala" userId="abf60a4a70244c57" providerId="LiveId" clId="{27006B1D-66DC-4B07-BD9B-E3EC5814196B}" dt="2025-05-01T15:34:55.191" v="226" actId="26606"/>
          <ac:spMkLst>
            <pc:docMk/>
            <pc:sldMk cId="1018923263" sldId="259"/>
            <ac:spMk id="14" creationId="{1453BF6C-B012-48B7-B4E8-6D7AC7C27D02}"/>
          </ac:spMkLst>
        </pc:spChg>
        <pc:spChg chg="add del">
          <ac:chgData name="Boyapati Anjala" userId="abf60a4a70244c57" providerId="LiveId" clId="{27006B1D-66DC-4B07-BD9B-E3EC5814196B}" dt="2025-05-01T15:34:55.191" v="226" actId="26606"/>
          <ac:spMkLst>
            <pc:docMk/>
            <pc:sldMk cId="1018923263" sldId="259"/>
            <ac:spMk id="15" creationId="{A4FEFB4B-E731-F1C8-C9D8-2371700458E5}"/>
          </ac:spMkLst>
        </pc:spChg>
        <pc:spChg chg="add del">
          <ac:chgData name="Boyapati Anjala" userId="abf60a4a70244c57" providerId="LiveId" clId="{27006B1D-66DC-4B07-BD9B-E3EC5814196B}" dt="2025-05-01T15:34:55.191" v="226" actId="26606"/>
          <ac:spMkLst>
            <pc:docMk/>
            <pc:sldMk cId="1018923263" sldId="259"/>
            <ac:spMk id="16" creationId="{E3020543-B24B-4EC4-8FFC-8DD88EEA91A8}"/>
          </ac:spMkLst>
        </pc:spChg>
        <pc:spChg chg="add del mod">
          <ac:chgData name="Boyapati Anjala" userId="abf60a4a70244c57" providerId="LiveId" clId="{27006B1D-66DC-4B07-BD9B-E3EC5814196B}" dt="2025-05-01T15:38:29.373" v="252" actId="26606"/>
          <ac:spMkLst>
            <pc:docMk/>
            <pc:sldMk cId="1018923263" sldId="259"/>
            <ac:spMk id="23" creationId="{A4FEFB4B-E731-F1C8-C9D8-2371700458E5}"/>
          </ac:spMkLst>
        </pc:spChg>
        <pc:graphicFrameChg chg="add del">
          <ac:chgData name="Boyapati Anjala" userId="abf60a4a70244c57" providerId="LiveId" clId="{27006B1D-66DC-4B07-BD9B-E3EC5814196B}" dt="2025-05-01T15:34:50.792" v="224" actId="26606"/>
          <ac:graphicFrameMkLst>
            <pc:docMk/>
            <pc:sldMk cId="1018923263" sldId="259"/>
            <ac:graphicFrameMk id="5" creationId="{CA5EAC5B-C568-E4B4-9AF8-B649AF78AA62}"/>
          </ac:graphicFrameMkLst>
        </pc:graphicFrameChg>
        <pc:graphicFrameChg chg="add del">
          <ac:chgData name="Boyapati Anjala" userId="abf60a4a70244c57" providerId="LiveId" clId="{27006B1D-66DC-4B07-BD9B-E3EC5814196B}" dt="2025-05-01T15:35:49.753" v="228" actId="26606"/>
          <ac:graphicFrameMkLst>
            <pc:docMk/>
            <pc:sldMk cId="1018923263" sldId="259"/>
            <ac:graphicFrameMk id="20" creationId="{39143FE4-206B-1A8B-2878-45FECFFB280E}"/>
          </ac:graphicFrameMkLst>
        </pc:graphicFrameChg>
        <pc:graphicFrameChg chg="add del">
          <ac:chgData name="Boyapati Anjala" userId="abf60a4a70244c57" providerId="LiveId" clId="{27006B1D-66DC-4B07-BD9B-E3EC5814196B}" dt="2025-05-01T15:38:18.976" v="247" actId="26606"/>
          <ac:graphicFrameMkLst>
            <pc:docMk/>
            <pc:sldMk cId="1018923263" sldId="259"/>
            <ac:graphicFrameMk id="25" creationId="{1A5DCF05-CF9D-1D47-66CE-1C662960F3B1}"/>
          </ac:graphicFrameMkLst>
        </pc:graphicFrameChg>
        <pc:graphicFrameChg chg="add del">
          <ac:chgData name="Boyapati Anjala" userId="abf60a4a70244c57" providerId="LiveId" clId="{27006B1D-66DC-4B07-BD9B-E3EC5814196B}" dt="2025-05-01T15:38:29.338" v="251" actId="26606"/>
          <ac:graphicFrameMkLst>
            <pc:docMk/>
            <pc:sldMk cId="1018923263" sldId="259"/>
            <ac:graphicFrameMk id="26" creationId="{7196A530-BC12-557A-259E-7DD087FA89A3}"/>
          </ac:graphicFrameMkLst>
        </pc:graphicFrameChg>
        <pc:graphicFrameChg chg="add del">
          <ac:chgData name="Boyapati Anjala" userId="abf60a4a70244c57" providerId="LiveId" clId="{27006B1D-66DC-4B07-BD9B-E3EC5814196B}" dt="2025-05-01T15:38:23.781" v="249" actId="26606"/>
          <ac:graphicFrameMkLst>
            <pc:docMk/>
            <pc:sldMk cId="1018923263" sldId="259"/>
            <ac:graphicFrameMk id="27" creationId="{98F24922-6A71-6EF5-41CB-BE372726BADB}"/>
          </ac:graphicFrameMkLst>
        </pc:graphicFrameChg>
        <pc:graphicFrameChg chg="add">
          <ac:chgData name="Boyapati Anjala" userId="abf60a4a70244c57" providerId="LiveId" clId="{27006B1D-66DC-4B07-BD9B-E3EC5814196B}" dt="2025-05-01T15:38:29.373" v="252" actId="26606"/>
          <ac:graphicFrameMkLst>
            <pc:docMk/>
            <pc:sldMk cId="1018923263" sldId="259"/>
            <ac:graphicFrameMk id="28" creationId="{1A5DCF05-CF9D-1D47-66CE-1C662960F3B1}"/>
          </ac:graphicFrameMkLst>
        </pc:graphicFrameChg>
        <pc:picChg chg="add del">
          <ac:chgData name="Boyapati Anjala" userId="abf60a4a70244c57" providerId="LiveId" clId="{27006B1D-66DC-4B07-BD9B-E3EC5814196B}" dt="2025-05-01T15:34:50.792" v="224" actId="26606"/>
          <ac:picMkLst>
            <pc:docMk/>
            <pc:sldMk cId="1018923263" sldId="259"/>
            <ac:picMk id="6" creationId="{07D14934-A4C6-414F-BD78-29D86EFB6133}"/>
          </ac:picMkLst>
        </pc:picChg>
        <pc:picChg chg="add mod">
          <ac:chgData name="Boyapati Anjala" userId="abf60a4a70244c57" providerId="LiveId" clId="{27006B1D-66DC-4B07-BD9B-E3EC5814196B}" dt="2025-05-01T15:36:47.707" v="242" actId="1076"/>
          <ac:picMkLst>
            <pc:docMk/>
            <pc:sldMk cId="1018923263" sldId="259"/>
            <ac:picMk id="22" creationId="{3E4B2B80-11C1-8FA8-BF4E-4E2942717D93}"/>
          </ac:picMkLst>
        </pc:picChg>
        <pc:cxnChg chg="add del">
          <ac:chgData name="Boyapati Anjala" userId="abf60a4a70244c57" providerId="LiveId" clId="{27006B1D-66DC-4B07-BD9B-E3EC5814196B}" dt="2025-05-01T15:34:55.191" v="226" actId="26606"/>
          <ac:cxnSpMkLst>
            <pc:docMk/>
            <pc:sldMk cId="1018923263" sldId="259"/>
            <ac:cxnSpMk id="18" creationId="{C49DA8F6-BCC1-4447-B54C-57856834B94B}"/>
          </ac:cxnSpMkLst>
        </pc:cxnChg>
      </pc:sldChg>
      <pc:sldChg chg="addSp delSp modSp mod setBg">
        <pc:chgData name="Boyapati Anjala" userId="abf60a4a70244c57" providerId="LiveId" clId="{27006B1D-66DC-4B07-BD9B-E3EC5814196B}" dt="2025-05-01T15:49:57.411" v="309" actId="122"/>
        <pc:sldMkLst>
          <pc:docMk/>
          <pc:sldMk cId="857972061" sldId="260"/>
        </pc:sldMkLst>
        <pc:spChg chg="mod">
          <ac:chgData name="Boyapati Anjala" userId="abf60a4a70244c57" providerId="LiveId" clId="{27006B1D-66DC-4B07-BD9B-E3EC5814196B}" dt="2025-05-01T15:49:57.411" v="309" actId="122"/>
          <ac:spMkLst>
            <pc:docMk/>
            <pc:sldMk cId="857972061" sldId="260"/>
            <ac:spMk id="2" creationId="{BD60FC7C-9F66-9D63-5798-7F6D22B6D6AC}"/>
          </ac:spMkLst>
        </pc:spChg>
        <pc:spChg chg="add del">
          <ac:chgData name="Boyapati Anjala" userId="abf60a4a70244c57" providerId="LiveId" clId="{27006B1D-66DC-4B07-BD9B-E3EC5814196B}" dt="2025-05-01T15:41:04.508" v="267" actId="26606"/>
          <ac:spMkLst>
            <pc:docMk/>
            <pc:sldMk cId="857972061" sldId="260"/>
            <ac:spMk id="3" creationId="{035A6764-0C89-8FDD-4356-991F892C0B7B}"/>
          </ac:spMkLst>
        </pc:spChg>
        <pc:spChg chg="add del">
          <ac:chgData name="Boyapati Anjala" userId="abf60a4a70244c57" providerId="LiveId" clId="{27006B1D-66DC-4B07-BD9B-E3EC5814196B}" dt="2025-05-01T15:40:40.621" v="256" actId="26606"/>
          <ac:spMkLst>
            <pc:docMk/>
            <pc:sldMk cId="857972061" sldId="260"/>
            <ac:spMk id="8" creationId="{4BC99CB9-DDAD-44A2-8A1C-E3AF4E72DF5C}"/>
          </ac:spMkLst>
        </pc:spChg>
        <pc:spChg chg="add del">
          <ac:chgData name="Boyapati Anjala" userId="abf60a4a70244c57" providerId="LiveId" clId="{27006B1D-66DC-4B07-BD9B-E3EC5814196B}" dt="2025-05-01T15:40:39.437" v="254" actId="26606"/>
          <ac:spMkLst>
            <pc:docMk/>
            <pc:sldMk cId="857972061" sldId="260"/>
            <ac:spMk id="9" creationId="{BACC6370-2D7E-4714-9D71-7542949D7D5D}"/>
          </ac:spMkLst>
        </pc:spChg>
        <pc:spChg chg="add del">
          <ac:chgData name="Boyapati Anjala" userId="abf60a4a70244c57" providerId="LiveId" clId="{27006B1D-66DC-4B07-BD9B-E3EC5814196B}" dt="2025-05-01T15:40:40.621" v="256" actId="26606"/>
          <ac:spMkLst>
            <pc:docMk/>
            <pc:sldMk cId="857972061" sldId="260"/>
            <ac:spMk id="10" creationId="{64053CBF-3932-45FF-8285-EE5146085F3A}"/>
          </ac:spMkLst>
        </pc:spChg>
        <pc:spChg chg="add del">
          <ac:chgData name="Boyapati Anjala" userId="abf60a4a70244c57" providerId="LiveId" clId="{27006B1D-66DC-4B07-BD9B-E3EC5814196B}" dt="2025-05-01T15:40:39.437" v="254" actId="26606"/>
          <ac:spMkLst>
            <pc:docMk/>
            <pc:sldMk cId="857972061" sldId="260"/>
            <ac:spMk id="11" creationId="{F68B3F68-107C-434F-AA38-110D5EA91B85}"/>
          </ac:spMkLst>
        </pc:spChg>
        <pc:spChg chg="add del">
          <ac:chgData name="Boyapati Anjala" userId="abf60a4a70244c57" providerId="LiveId" clId="{27006B1D-66DC-4B07-BD9B-E3EC5814196B}" dt="2025-05-01T15:40:39.437" v="254" actId="26606"/>
          <ac:spMkLst>
            <pc:docMk/>
            <pc:sldMk cId="857972061" sldId="260"/>
            <ac:spMk id="13" creationId="{AAD0DBB9-1A4B-4391-81D4-CB19F9AB918A}"/>
          </ac:spMkLst>
        </pc:spChg>
        <pc:spChg chg="add del">
          <ac:chgData name="Boyapati Anjala" userId="abf60a4a70244c57" providerId="LiveId" clId="{27006B1D-66DC-4B07-BD9B-E3EC5814196B}" dt="2025-05-01T15:40:39.437" v="254" actId="26606"/>
          <ac:spMkLst>
            <pc:docMk/>
            <pc:sldMk cId="857972061" sldId="260"/>
            <ac:spMk id="15" creationId="{063BBA22-50EA-4C4D-BE05-F1CE4E63AA56}"/>
          </ac:spMkLst>
        </pc:spChg>
        <pc:spChg chg="add">
          <ac:chgData name="Boyapati Anjala" userId="abf60a4a70244c57" providerId="LiveId" clId="{27006B1D-66DC-4B07-BD9B-E3EC5814196B}" dt="2025-05-01T15:41:04.508" v="267" actId="26606"/>
          <ac:spMkLst>
            <pc:docMk/>
            <pc:sldMk cId="857972061" sldId="260"/>
            <ac:spMk id="17" creationId="{F213F2CF-C6DF-4CE1-A6F0-E3B1BFBB0B23}"/>
          </ac:spMkLst>
        </pc:spChg>
        <pc:spChg chg="add">
          <ac:chgData name="Boyapati Anjala" userId="abf60a4a70244c57" providerId="LiveId" clId="{27006B1D-66DC-4B07-BD9B-E3EC5814196B}" dt="2025-05-01T15:41:04.508" v="267" actId="26606"/>
          <ac:spMkLst>
            <pc:docMk/>
            <pc:sldMk cId="857972061" sldId="260"/>
            <ac:spMk id="19" creationId="{84325C15-4820-4911-B66E-A5F917CFAE58}"/>
          </ac:spMkLst>
        </pc:spChg>
        <pc:spChg chg="add del">
          <ac:chgData name="Boyapati Anjala" userId="abf60a4a70244c57" providerId="LiveId" clId="{27006B1D-66DC-4B07-BD9B-E3EC5814196B}" dt="2025-05-01T15:40:40.621" v="256" actId="26606"/>
          <ac:spMkLst>
            <pc:docMk/>
            <pc:sldMk cId="857972061" sldId="260"/>
            <ac:spMk id="24" creationId="{035A6764-0C89-8FDD-4356-991F892C0B7B}"/>
          </ac:spMkLst>
        </pc:spChg>
        <pc:spChg chg="add del">
          <ac:chgData name="Boyapati Anjala" userId="abf60a4a70244c57" providerId="LiveId" clId="{27006B1D-66DC-4B07-BD9B-E3EC5814196B}" dt="2025-05-01T15:40:50.715" v="258" actId="26606"/>
          <ac:spMkLst>
            <pc:docMk/>
            <pc:sldMk cId="857972061" sldId="260"/>
            <ac:spMk id="26" creationId="{081EA652-8C6A-4E69-BEB9-170809474553}"/>
          </ac:spMkLst>
        </pc:spChg>
        <pc:spChg chg="add del">
          <ac:chgData name="Boyapati Anjala" userId="abf60a4a70244c57" providerId="LiveId" clId="{27006B1D-66DC-4B07-BD9B-E3EC5814196B}" dt="2025-05-01T15:40:50.715" v="258" actId="26606"/>
          <ac:spMkLst>
            <pc:docMk/>
            <pc:sldMk cId="857972061" sldId="260"/>
            <ac:spMk id="27" creationId="{5298780A-33B9-4EA2-8F67-DE68AD62841B}"/>
          </ac:spMkLst>
        </pc:spChg>
        <pc:spChg chg="add del">
          <ac:chgData name="Boyapati Anjala" userId="abf60a4a70244c57" providerId="LiveId" clId="{27006B1D-66DC-4B07-BD9B-E3EC5814196B}" dt="2025-05-01T15:40:50.715" v="258" actId="26606"/>
          <ac:spMkLst>
            <pc:docMk/>
            <pc:sldMk cId="857972061" sldId="260"/>
            <ac:spMk id="28" creationId="{7F488E8B-4E1E-4402-8935-D4E6C02615C7}"/>
          </ac:spMkLst>
        </pc:spChg>
        <pc:spChg chg="add del">
          <ac:chgData name="Boyapati Anjala" userId="abf60a4a70244c57" providerId="LiveId" clId="{27006B1D-66DC-4B07-BD9B-E3EC5814196B}" dt="2025-05-01T15:40:50.715" v="258" actId="26606"/>
          <ac:spMkLst>
            <pc:docMk/>
            <pc:sldMk cId="857972061" sldId="260"/>
            <ac:spMk id="29" creationId="{035A6764-0C89-8FDD-4356-991F892C0B7B}"/>
          </ac:spMkLst>
        </pc:spChg>
        <pc:spChg chg="add del">
          <ac:chgData name="Boyapati Anjala" userId="abf60a4a70244c57" providerId="LiveId" clId="{27006B1D-66DC-4B07-BD9B-E3EC5814196B}" dt="2025-05-01T15:40:52.810" v="260" actId="26606"/>
          <ac:spMkLst>
            <pc:docMk/>
            <pc:sldMk cId="857972061" sldId="260"/>
            <ac:spMk id="31" creationId="{7301F447-EEF7-48F5-AF73-7566EE7F64AD}"/>
          </ac:spMkLst>
        </pc:spChg>
        <pc:spChg chg="add del">
          <ac:chgData name="Boyapati Anjala" userId="abf60a4a70244c57" providerId="LiveId" clId="{27006B1D-66DC-4B07-BD9B-E3EC5814196B}" dt="2025-05-01T15:40:52.810" v="260" actId="26606"/>
          <ac:spMkLst>
            <pc:docMk/>
            <pc:sldMk cId="857972061" sldId="260"/>
            <ac:spMk id="32" creationId="{F7117410-A2A4-4085-9ADC-46744551DBDE}"/>
          </ac:spMkLst>
        </pc:spChg>
        <pc:spChg chg="add del">
          <ac:chgData name="Boyapati Anjala" userId="abf60a4a70244c57" providerId="LiveId" clId="{27006B1D-66DC-4B07-BD9B-E3EC5814196B}" dt="2025-05-01T15:40:52.810" v="260" actId="26606"/>
          <ac:spMkLst>
            <pc:docMk/>
            <pc:sldMk cId="857972061" sldId="260"/>
            <ac:spMk id="33" creationId="{99F74EB5-E547-4FB4-95F5-BCC788F3C4A0}"/>
          </ac:spMkLst>
        </pc:spChg>
        <pc:spChg chg="add del">
          <ac:chgData name="Boyapati Anjala" userId="abf60a4a70244c57" providerId="LiveId" clId="{27006B1D-66DC-4B07-BD9B-E3EC5814196B}" dt="2025-05-01T15:40:54.320" v="262" actId="26606"/>
          <ac:spMkLst>
            <pc:docMk/>
            <pc:sldMk cId="857972061" sldId="260"/>
            <ac:spMk id="36" creationId="{C05CBC3C-2E5A-4839-8B9B-2E5A6ADF0F58}"/>
          </ac:spMkLst>
        </pc:spChg>
        <pc:spChg chg="add del">
          <ac:chgData name="Boyapati Anjala" userId="abf60a4a70244c57" providerId="LiveId" clId="{27006B1D-66DC-4B07-BD9B-E3EC5814196B}" dt="2025-05-01T15:40:54.320" v="262" actId="26606"/>
          <ac:spMkLst>
            <pc:docMk/>
            <pc:sldMk cId="857972061" sldId="260"/>
            <ac:spMk id="37" creationId="{827FF362-FC97-4BF5-949B-D4ADFA26E457}"/>
          </ac:spMkLst>
        </pc:spChg>
        <pc:spChg chg="add del">
          <ac:chgData name="Boyapati Anjala" userId="abf60a4a70244c57" providerId="LiveId" clId="{27006B1D-66DC-4B07-BD9B-E3EC5814196B}" dt="2025-05-01T15:40:54.320" v="262" actId="26606"/>
          <ac:spMkLst>
            <pc:docMk/>
            <pc:sldMk cId="857972061" sldId="260"/>
            <ac:spMk id="38" creationId="{035A6764-0C89-8FDD-4356-991F892C0B7B}"/>
          </ac:spMkLst>
        </pc:spChg>
        <pc:spChg chg="add del">
          <ac:chgData name="Boyapati Anjala" userId="abf60a4a70244c57" providerId="LiveId" clId="{27006B1D-66DC-4B07-BD9B-E3EC5814196B}" dt="2025-05-01T15:41:02.773" v="264" actId="26606"/>
          <ac:spMkLst>
            <pc:docMk/>
            <pc:sldMk cId="857972061" sldId="260"/>
            <ac:spMk id="40" creationId="{98DDA986-B6EE-4642-AC60-0490373E69D0}"/>
          </ac:spMkLst>
        </pc:spChg>
        <pc:spChg chg="add del">
          <ac:chgData name="Boyapati Anjala" userId="abf60a4a70244c57" providerId="LiveId" clId="{27006B1D-66DC-4B07-BD9B-E3EC5814196B}" dt="2025-05-01T15:41:02.773" v="264" actId="26606"/>
          <ac:spMkLst>
            <pc:docMk/>
            <pc:sldMk cId="857972061" sldId="260"/>
            <ac:spMk id="41" creationId="{80B62878-12EF-4E97-A284-47BAFC30DA2E}"/>
          </ac:spMkLst>
        </pc:spChg>
        <pc:spChg chg="add del">
          <ac:chgData name="Boyapati Anjala" userId="abf60a4a70244c57" providerId="LiveId" clId="{27006B1D-66DC-4B07-BD9B-E3EC5814196B}" dt="2025-05-01T15:41:02.773" v="264" actId="26606"/>
          <ac:spMkLst>
            <pc:docMk/>
            <pc:sldMk cId="857972061" sldId="260"/>
            <ac:spMk id="42" creationId="{6D79188D-1ED5-4705-B8C7-5D6FB7670AB3}"/>
          </ac:spMkLst>
        </pc:spChg>
        <pc:spChg chg="add del">
          <ac:chgData name="Boyapati Anjala" userId="abf60a4a70244c57" providerId="LiveId" clId="{27006B1D-66DC-4B07-BD9B-E3EC5814196B}" dt="2025-05-01T15:41:02.773" v="264" actId="26606"/>
          <ac:spMkLst>
            <pc:docMk/>
            <pc:sldMk cId="857972061" sldId="260"/>
            <ac:spMk id="43" creationId="{035A6764-0C89-8FDD-4356-991F892C0B7B}"/>
          </ac:spMkLst>
        </pc:spChg>
        <pc:spChg chg="add del">
          <ac:chgData name="Boyapati Anjala" userId="abf60a4a70244c57" providerId="LiveId" clId="{27006B1D-66DC-4B07-BD9B-E3EC5814196B}" dt="2025-05-01T15:41:04.461" v="266" actId="26606"/>
          <ac:spMkLst>
            <pc:docMk/>
            <pc:sldMk cId="857972061" sldId="260"/>
            <ac:spMk id="45" creationId="{53B021B3-DE93-4AB7-8A18-CF5F1CED88B8}"/>
          </ac:spMkLst>
        </pc:spChg>
        <pc:spChg chg="add del">
          <ac:chgData name="Boyapati Anjala" userId="abf60a4a70244c57" providerId="LiveId" clId="{27006B1D-66DC-4B07-BD9B-E3EC5814196B}" dt="2025-05-01T15:41:04.461" v="266" actId="26606"/>
          <ac:spMkLst>
            <pc:docMk/>
            <pc:sldMk cId="857972061" sldId="260"/>
            <ac:spMk id="46" creationId="{52D502E5-F6B4-4D58-B4AE-FC466FF15EE8}"/>
          </ac:spMkLst>
        </pc:spChg>
        <pc:spChg chg="add del">
          <ac:chgData name="Boyapati Anjala" userId="abf60a4a70244c57" providerId="LiveId" clId="{27006B1D-66DC-4B07-BD9B-E3EC5814196B}" dt="2025-05-01T15:41:04.461" v="266" actId="26606"/>
          <ac:spMkLst>
            <pc:docMk/>
            <pc:sldMk cId="857972061" sldId="260"/>
            <ac:spMk id="47" creationId="{9DECDBF4-02B6-4BB4-B65B-B8107AD6A9E8}"/>
          </ac:spMkLst>
        </pc:spChg>
        <pc:spChg chg="add">
          <ac:chgData name="Boyapati Anjala" userId="abf60a4a70244c57" providerId="LiveId" clId="{27006B1D-66DC-4B07-BD9B-E3EC5814196B}" dt="2025-05-01T15:41:04.508" v="267" actId="26606"/>
          <ac:spMkLst>
            <pc:docMk/>
            <pc:sldMk cId="857972061" sldId="260"/>
            <ac:spMk id="50" creationId="{E5F17139-31EE-46AC-B04F-DBBD852DD6CB}"/>
          </ac:spMkLst>
        </pc:spChg>
        <pc:spChg chg="add">
          <ac:chgData name="Boyapati Anjala" userId="abf60a4a70244c57" providerId="LiveId" clId="{27006B1D-66DC-4B07-BD9B-E3EC5814196B}" dt="2025-05-01T15:41:04.508" v="267" actId="26606"/>
          <ac:spMkLst>
            <pc:docMk/>
            <pc:sldMk cId="857972061" sldId="260"/>
            <ac:spMk id="51" creationId="{AAD42DD4-86F6-4FD2-869F-32D35E310CF6}"/>
          </ac:spMkLst>
        </pc:spChg>
        <pc:spChg chg="add">
          <ac:chgData name="Boyapati Anjala" userId="abf60a4a70244c57" providerId="LiveId" clId="{27006B1D-66DC-4B07-BD9B-E3EC5814196B}" dt="2025-05-01T15:41:04.508" v="267" actId="26606"/>
          <ac:spMkLst>
            <pc:docMk/>
            <pc:sldMk cId="857972061" sldId="260"/>
            <ac:spMk id="52" creationId="{4C36B8C5-0DEB-41B5-911D-572E2E835E3C}"/>
          </ac:spMkLst>
        </pc:spChg>
        <pc:spChg chg="add">
          <ac:chgData name="Boyapati Anjala" userId="abf60a4a70244c57" providerId="LiveId" clId="{27006B1D-66DC-4B07-BD9B-E3EC5814196B}" dt="2025-05-01T15:41:04.508" v="267" actId="26606"/>
          <ac:spMkLst>
            <pc:docMk/>
            <pc:sldMk cId="857972061" sldId="260"/>
            <ac:spMk id="53" creationId="{B5DC987A-A8C7-4C23-9BF5-33E9F6F21DCB}"/>
          </ac:spMkLst>
        </pc:spChg>
        <pc:grpChg chg="add del">
          <ac:chgData name="Boyapati Anjala" userId="abf60a4a70244c57" providerId="LiveId" clId="{27006B1D-66DC-4B07-BD9B-E3EC5814196B}" dt="2025-05-01T15:40:40.621" v="256" actId="26606"/>
          <ac:grpSpMkLst>
            <pc:docMk/>
            <pc:sldMk cId="857972061" sldId="260"/>
            <ac:grpSpMk id="12" creationId="{2E751C04-BEA6-446B-A678-9C74819EBD4C}"/>
          </ac:grpSpMkLst>
        </pc:grpChg>
        <pc:grpChg chg="add del">
          <ac:chgData name="Boyapati Anjala" userId="abf60a4a70244c57" providerId="LiveId" clId="{27006B1D-66DC-4B07-BD9B-E3EC5814196B}" dt="2025-05-01T15:40:40.621" v="256" actId="26606"/>
          <ac:grpSpMkLst>
            <pc:docMk/>
            <pc:sldMk cId="857972061" sldId="260"/>
            <ac:grpSpMk id="18" creationId="{B63ACBA3-DEFD-4C6D-BBA0-64468FA99C2D}"/>
          </ac:grpSpMkLst>
        </pc:grpChg>
        <pc:graphicFrameChg chg="add del">
          <ac:chgData name="Boyapati Anjala" userId="abf60a4a70244c57" providerId="LiveId" clId="{27006B1D-66DC-4B07-BD9B-E3EC5814196B}" dt="2025-05-01T15:40:39.437" v="254" actId="26606"/>
          <ac:graphicFrameMkLst>
            <pc:docMk/>
            <pc:sldMk cId="857972061" sldId="260"/>
            <ac:graphicFrameMk id="5" creationId="{9F24595B-946E-3900-60FA-185ECA8C22EC}"/>
          </ac:graphicFrameMkLst>
        </pc:graphicFrameChg>
        <pc:graphicFrameChg chg="add del">
          <ac:chgData name="Boyapati Anjala" userId="abf60a4a70244c57" providerId="LiveId" clId="{27006B1D-66DC-4B07-BD9B-E3EC5814196B}" dt="2025-05-01T15:40:52.810" v="260" actId="26606"/>
          <ac:graphicFrameMkLst>
            <pc:docMk/>
            <pc:sldMk cId="857972061" sldId="260"/>
            <ac:graphicFrameMk id="34" creationId="{9DB61C55-3812-E903-8DA6-162EA67CA2D3}"/>
          </ac:graphicFrameMkLst>
        </pc:graphicFrameChg>
        <pc:graphicFrameChg chg="add del">
          <ac:chgData name="Boyapati Anjala" userId="abf60a4a70244c57" providerId="LiveId" clId="{27006B1D-66DC-4B07-BD9B-E3EC5814196B}" dt="2025-05-01T15:41:04.461" v="266" actId="26606"/>
          <ac:graphicFrameMkLst>
            <pc:docMk/>
            <pc:sldMk cId="857972061" sldId="260"/>
            <ac:graphicFrameMk id="48" creationId="{628C395F-5288-780A-7E24-6DB718632D01}"/>
          </ac:graphicFrameMkLst>
        </pc:graphicFrameChg>
        <pc:graphicFrameChg chg="add mod">
          <ac:chgData name="Boyapati Anjala" userId="abf60a4a70244c57" providerId="LiveId" clId="{27006B1D-66DC-4B07-BD9B-E3EC5814196B}" dt="2025-05-01T15:47:41.544" v="295" actId="255"/>
          <ac:graphicFrameMkLst>
            <pc:docMk/>
            <pc:sldMk cId="857972061" sldId="260"/>
            <ac:graphicFrameMk id="54" creationId="{4290185B-D6E7-68C7-3180-784101A134B8}"/>
          </ac:graphicFrameMkLst>
        </pc:graphicFrameChg>
      </pc:sldChg>
      <pc:sldChg chg="modSp del mod">
        <pc:chgData name="Boyapati Anjala" userId="abf60a4a70244c57" providerId="LiveId" clId="{27006B1D-66DC-4B07-BD9B-E3EC5814196B}" dt="2025-05-01T15:56:20.797" v="320" actId="2696"/>
        <pc:sldMkLst>
          <pc:docMk/>
          <pc:sldMk cId="3340781268" sldId="261"/>
        </pc:sldMkLst>
        <pc:spChg chg="mod">
          <ac:chgData name="Boyapati Anjala" userId="abf60a4a70244c57" providerId="LiveId" clId="{27006B1D-66DC-4B07-BD9B-E3EC5814196B}" dt="2025-05-01T15:55:34.310" v="315"/>
          <ac:spMkLst>
            <pc:docMk/>
            <pc:sldMk cId="3340781268" sldId="261"/>
            <ac:spMk id="2" creationId="{DE992CE9-4294-BB98-5746-01375A96A960}"/>
          </ac:spMkLst>
        </pc:spChg>
        <pc:picChg chg="mod">
          <ac:chgData name="Boyapati Anjala" userId="abf60a4a70244c57" providerId="LiveId" clId="{27006B1D-66DC-4B07-BD9B-E3EC5814196B}" dt="2025-05-01T15:55:44.867" v="317" actId="14100"/>
          <ac:picMkLst>
            <pc:docMk/>
            <pc:sldMk cId="3340781268" sldId="261"/>
            <ac:picMk id="1026" creationId="{65ABBDB0-EEAD-D82B-B12C-A3417FC35888}"/>
          </ac:picMkLst>
        </pc:picChg>
      </pc:sldChg>
      <pc:sldChg chg="addSp delSp modSp mod setBg">
        <pc:chgData name="Boyapati Anjala" userId="abf60a4a70244c57" providerId="LiveId" clId="{27006B1D-66DC-4B07-BD9B-E3EC5814196B}" dt="2025-05-01T16:11:47.321" v="430" actId="255"/>
        <pc:sldMkLst>
          <pc:docMk/>
          <pc:sldMk cId="2530366664" sldId="262"/>
        </pc:sldMkLst>
        <pc:spChg chg="mod">
          <ac:chgData name="Boyapati Anjala" userId="abf60a4a70244c57" providerId="LiveId" clId="{27006B1D-66DC-4B07-BD9B-E3EC5814196B}" dt="2025-05-01T16:11:47.321" v="430" actId="255"/>
          <ac:spMkLst>
            <pc:docMk/>
            <pc:sldMk cId="2530366664" sldId="262"/>
            <ac:spMk id="2" creationId="{33CE5E97-E822-B97B-4D97-5845B0B1A566}"/>
          </ac:spMkLst>
        </pc:spChg>
        <pc:spChg chg="add del mod">
          <ac:chgData name="Boyapati Anjala" userId="abf60a4a70244c57" providerId="LiveId" clId="{27006B1D-66DC-4B07-BD9B-E3EC5814196B}" dt="2025-05-01T16:10:56.409" v="425" actId="255"/>
          <ac:spMkLst>
            <pc:docMk/>
            <pc:sldMk cId="2530366664" sldId="262"/>
            <ac:spMk id="3" creationId="{67C26355-48E7-EB9E-DD4A-3BDADFB365E4}"/>
          </ac:spMkLst>
        </pc:spChg>
        <pc:spChg chg="add del">
          <ac:chgData name="Boyapati Anjala" userId="abf60a4a70244c57" providerId="LiveId" clId="{27006B1D-66DC-4B07-BD9B-E3EC5814196B}" dt="2025-05-01T16:06:47.887" v="404" actId="26606"/>
          <ac:spMkLst>
            <pc:docMk/>
            <pc:sldMk cId="2530366664" sldId="262"/>
            <ac:spMk id="8" creationId="{18873D23-2DCF-4B31-A009-95721C06E8E1}"/>
          </ac:spMkLst>
        </pc:spChg>
        <pc:spChg chg="add del">
          <ac:chgData name="Boyapati Anjala" userId="abf60a4a70244c57" providerId="LiveId" clId="{27006B1D-66DC-4B07-BD9B-E3EC5814196B}" dt="2025-05-01T16:05:18.895" v="394" actId="26606"/>
          <ac:spMkLst>
            <pc:docMk/>
            <pc:sldMk cId="2530366664" sldId="262"/>
            <ac:spMk id="9" creationId="{9F7D5CDA-D291-4307-BF55-1381FED29634}"/>
          </ac:spMkLst>
        </pc:spChg>
        <pc:spChg chg="add del">
          <ac:chgData name="Boyapati Anjala" userId="abf60a4a70244c57" providerId="LiveId" clId="{27006B1D-66DC-4B07-BD9B-E3EC5814196B}" dt="2025-05-01T16:06:47.887" v="404" actId="26606"/>
          <ac:spMkLst>
            <pc:docMk/>
            <pc:sldMk cId="2530366664" sldId="262"/>
            <ac:spMk id="10" creationId="{C13EF075-D4EF-4929-ADBC-91B27DA19955}"/>
          </ac:spMkLst>
        </pc:spChg>
        <pc:spChg chg="add del">
          <ac:chgData name="Boyapati Anjala" userId="abf60a4a70244c57" providerId="LiveId" clId="{27006B1D-66DC-4B07-BD9B-E3EC5814196B}" dt="2025-05-01T16:05:18.895" v="394" actId="26606"/>
          <ac:spMkLst>
            <pc:docMk/>
            <pc:sldMk cId="2530366664" sldId="262"/>
            <ac:spMk id="11" creationId="{59B296B9-C5A5-4E4F-9B60-C907B5F1466C}"/>
          </ac:spMkLst>
        </pc:spChg>
        <pc:spChg chg="add del">
          <ac:chgData name="Boyapati Anjala" userId="abf60a4a70244c57" providerId="LiveId" clId="{27006B1D-66DC-4B07-BD9B-E3EC5814196B}" dt="2025-05-01T16:05:18.895" v="394" actId="26606"/>
          <ac:spMkLst>
            <pc:docMk/>
            <pc:sldMk cId="2530366664" sldId="262"/>
            <ac:spMk id="13" creationId="{D0300FD3-5AF1-6305-15FA-9078072672E2}"/>
          </ac:spMkLst>
        </pc:spChg>
        <pc:spChg chg="add del">
          <ac:chgData name="Boyapati Anjala" userId="abf60a4a70244c57" providerId="LiveId" clId="{27006B1D-66DC-4B07-BD9B-E3EC5814196B}" dt="2025-05-01T16:08:24.741" v="408" actId="26606"/>
          <ac:spMkLst>
            <pc:docMk/>
            <pc:sldMk cId="2530366664" sldId="262"/>
            <ac:spMk id="18" creationId="{8B9AA7C6-5E5A-498E-A6DF-A943376E09BC}"/>
          </ac:spMkLst>
        </pc:spChg>
        <pc:spChg chg="add del">
          <ac:chgData name="Boyapati Anjala" userId="abf60a4a70244c57" providerId="LiveId" clId="{27006B1D-66DC-4B07-BD9B-E3EC5814196B}" dt="2025-05-01T16:06:00.017" v="402" actId="26606"/>
          <ac:spMkLst>
            <pc:docMk/>
            <pc:sldMk cId="2530366664" sldId="262"/>
            <ac:spMk id="19" creationId="{9F7D5CDA-D291-4307-BF55-1381FED29634}"/>
          </ac:spMkLst>
        </pc:spChg>
        <pc:spChg chg="add del">
          <ac:chgData name="Boyapati Anjala" userId="abf60a4a70244c57" providerId="LiveId" clId="{27006B1D-66DC-4B07-BD9B-E3EC5814196B}" dt="2025-05-01T16:06:00.017" v="402" actId="26606"/>
          <ac:spMkLst>
            <pc:docMk/>
            <pc:sldMk cId="2530366664" sldId="262"/>
            <ac:spMk id="21" creationId="{59B296B9-C5A5-4E4F-9B60-C907B5F1466C}"/>
          </ac:spMkLst>
        </pc:spChg>
        <pc:spChg chg="add del">
          <ac:chgData name="Boyapati Anjala" userId="abf60a4a70244c57" providerId="LiveId" clId="{27006B1D-66DC-4B07-BD9B-E3EC5814196B}" dt="2025-05-01T16:06:00.017" v="402" actId="26606"/>
          <ac:spMkLst>
            <pc:docMk/>
            <pc:sldMk cId="2530366664" sldId="262"/>
            <ac:spMk id="22" creationId="{D0300FD3-5AF1-6305-15FA-9078072672E2}"/>
          </ac:spMkLst>
        </pc:spChg>
        <pc:spChg chg="add del">
          <ac:chgData name="Boyapati Anjala" userId="abf60a4a70244c57" providerId="LiveId" clId="{27006B1D-66DC-4B07-BD9B-E3EC5814196B}" dt="2025-05-01T16:06:00.017" v="402" actId="26606"/>
          <ac:spMkLst>
            <pc:docMk/>
            <pc:sldMk cId="2530366664" sldId="262"/>
            <ac:spMk id="23" creationId="{67C26355-48E7-EB9E-DD4A-3BDADFB365E4}"/>
          </ac:spMkLst>
        </pc:spChg>
        <pc:spChg chg="add del">
          <ac:chgData name="Boyapati Anjala" userId="abf60a4a70244c57" providerId="LiveId" clId="{27006B1D-66DC-4B07-BD9B-E3EC5814196B}" dt="2025-05-01T16:08:24.741" v="408" actId="26606"/>
          <ac:spMkLst>
            <pc:docMk/>
            <pc:sldMk cId="2530366664" sldId="262"/>
            <ac:spMk id="27" creationId="{81E140AE-0ABF-47C8-BF32-7D2F0CF2BA44}"/>
          </ac:spMkLst>
        </pc:spChg>
        <pc:spChg chg="add del">
          <ac:chgData name="Boyapati Anjala" userId="abf60a4a70244c57" providerId="LiveId" clId="{27006B1D-66DC-4B07-BD9B-E3EC5814196B}" dt="2025-05-01T16:08:24.741" v="408" actId="26606"/>
          <ac:spMkLst>
            <pc:docMk/>
            <pc:sldMk cId="2530366664" sldId="262"/>
            <ac:spMk id="28" creationId="{CBC4F608-B4B8-48C3-9572-C0F061B1CD99}"/>
          </ac:spMkLst>
        </pc:spChg>
        <pc:spChg chg="add del mod">
          <ac:chgData name="Boyapati Anjala" userId="abf60a4a70244c57" providerId="LiveId" clId="{27006B1D-66DC-4B07-BD9B-E3EC5814196B}" dt="2025-05-01T16:08:41.336" v="409" actId="478"/>
          <ac:spMkLst>
            <pc:docMk/>
            <pc:sldMk cId="2530366664" sldId="262"/>
            <ac:spMk id="30" creationId="{11E987B5-5F6D-37C8-E327-91256D53E689}"/>
          </ac:spMkLst>
        </pc:spChg>
        <pc:spChg chg="add del">
          <ac:chgData name="Boyapati Anjala" userId="abf60a4a70244c57" providerId="LiveId" clId="{27006B1D-66DC-4B07-BD9B-E3EC5814196B}" dt="2025-05-01T16:09:14.621" v="410" actId="26606"/>
          <ac:spMkLst>
            <pc:docMk/>
            <pc:sldMk cId="2530366664" sldId="262"/>
            <ac:spMk id="35" creationId="{058A14AF-9FB5-4CC7-BA35-E8E85D3EDF0E}"/>
          </ac:spMkLst>
        </pc:spChg>
        <pc:spChg chg="add del">
          <ac:chgData name="Boyapati Anjala" userId="abf60a4a70244c57" providerId="LiveId" clId="{27006B1D-66DC-4B07-BD9B-E3EC5814196B}" dt="2025-05-01T16:09:14.621" v="410" actId="26606"/>
          <ac:spMkLst>
            <pc:docMk/>
            <pc:sldMk cId="2530366664" sldId="262"/>
            <ac:spMk id="37" creationId="{3A9A4357-BD1D-4622-A4FE-766E6AB8DE84}"/>
          </ac:spMkLst>
        </pc:spChg>
        <pc:spChg chg="add del">
          <ac:chgData name="Boyapati Anjala" userId="abf60a4a70244c57" providerId="LiveId" clId="{27006B1D-66DC-4B07-BD9B-E3EC5814196B}" dt="2025-05-01T16:09:14.621" v="410" actId="26606"/>
          <ac:spMkLst>
            <pc:docMk/>
            <pc:sldMk cId="2530366664" sldId="262"/>
            <ac:spMk id="39" creationId="{E659831F-0D9A-4C63-9EBB-8435B85A440F}"/>
          </ac:spMkLst>
        </pc:spChg>
        <pc:spChg chg="add del">
          <ac:chgData name="Boyapati Anjala" userId="abf60a4a70244c57" providerId="LiveId" clId="{27006B1D-66DC-4B07-BD9B-E3EC5814196B}" dt="2025-05-01T16:09:14.621" v="410" actId="26606"/>
          <ac:spMkLst>
            <pc:docMk/>
            <pc:sldMk cId="2530366664" sldId="262"/>
            <ac:spMk id="41" creationId="{E6995CE5-F890-4ABA-82A2-26507CE8D2A3}"/>
          </ac:spMkLst>
        </pc:spChg>
        <pc:spChg chg="add">
          <ac:chgData name="Boyapati Anjala" userId="abf60a4a70244c57" providerId="LiveId" clId="{27006B1D-66DC-4B07-BD9B-E3EC5814196B}" dt="2025-05-01T16:09:14.621" v="410" actId="26606"/>
          <ac:spMkLst>
            <pc:docMk/>
            <pc:sldMk cId="2530366664" sldId="262"/>
            <ac:spMk id="47" creationId="{3ECBE1F1-D69B-4AFA-ABD5-8E41720EF6DE}"/>
          </ac:spMkLst>
        </pc:spChg>
        <pc:spChg chg="add">
          <ac:chgData name="Boyapati Anjala" userId="abf60a4a70244c57" providerId="LiveId" clId="{27006B1D-66DC-4B07-BD9B-E3EC5814196B}" dt="2025-05-01T16:09:14.621" v="410" actId="26606"/>
          <ac:spMkLst>
            <pc:docMk/>
            <pc:sldMk cId="2530366664" sldId="262"/>
            <ac:spMk id="49" creationId="{603A6265-E10C-4B85-9C20-E75FCAF9CC63}"/>
          </ac:spMkLst>
        </pc:spChg>
        <pc:grpChg chg="add del">
          <ac:chgData name="Boyapati Anjala" userId="abf60a4a70244c57" providerId="LiveId" clId="{27006B1D-66DC-4B07-BD9B-E3EC5814196B}" dt="2025-05-01T16:06:47.887" v="404" actId="26606"/>
          <ac:grpSpMkLst>
            <pc:docMk/>
            <pc:sldMk cId="2530366664" sldId="262"/>
            <ac:grpSpMk id="12" creationId="{DAA26DFA-AAB2-4973-9C17-16D587C7B198}"/>
          </ac:grpSpMkLst>
        </pc:grpChg>
        <pc:grpChg chg="add">
          <ac:chgData name="Boyapati Anjala" userId="abf60a4a70244c57" providerId="LiveId" clId="{27006B1D-66DC-4B07-BD9B-E3EC5814196B}" dt="2025-05-01T16:06:47.918" v="405" actId="26606"/>
          <ac:grpSpMkLst>
            <pc:docMk/>
            <pc:sldMk cId="2530366664" sldId="262"/>
            <ac:grpSpMk id="24" creationId="{83EAB11A-76F7-48F4-9B4F-5BFDF4BF9670}"/>
          </ac:grpSpMkLst>
        </pc:grpChg>
        <pc:graphicFrameChg chg="add del">
          <ac:chgData name="Boyapati Anjala" userId="abf60a4a70244c57" providerId="LiveId" clId="{27006B1D-66DC-4B07-BD9B-E3EC5814196B}" dt="2025-05-01T16:05:23.124" v="396" actId="26606"/>
          <ac:graphicFrameMkLst>
            <pc:docMk/>
            <pc:sldMk cId="2530366664" sldId="262"/>
            <ac:graphicFrameMk id="15" creationId="{CA1EEF8F-26E4-3141-6029-F8A02A17EB96}"/>
          </ac:graphicFrameMkLst>
        </pc:graphicFrameChg>
        <pc:graphicFrameChg chg="add del">
          <ac:chgData name="Boyapati Anjala" userId="abf60a4a70244c57" providerId="LiveId" clId="{27006B1D-66DC-4B07-BD9B-E3EC5814196B}" dt="2025-05-01T16:05:40.890" v="398" actId="26606"/>
          <ac:graphicFrameMkLst>
            <pc:docMk/>
            <pc:sldMk cId="2530366664" sldId="262"/>
            <ac:graphicFrameMk id="17" creationId="{E212C97B-E263-1AFB-E65D-B759C07068A3}"/>
          </ac:graphicFrameMkLst>
        </pc:graphicFrameChg>
        <pc:picChg chg="add del">
          <ac:chgData name="Boyapati Anjala" userId="abf60a4a70244c57" providerId="LiveId" clId="{27006B1D-66DC-4B07-BD9B-E3EC5814196B}" dt="2025-05-01T16:05:18.895" v="394" actId="26606"/>
          <ac:picMkLst>
            <pc:docMk/>
            <pc:sldMk cId="2530366664" sldId="262"/>
            <ac:picMk id="5" creationId="{8CCDC688-C035-F41A-0074-5DA1F777F5D5}"/>
          </ac:picMkLst>
        </pc:picChg>
        <pc:picChg chg="add del mod">
          <ac:chgData name="Boyapati Anjala" userId="abf60a4a70244c57" providerId="LiveId" clId="{27006B1D-66DC-4B07-BD9B-E3EC5814196B}" dt="2025-05-01T16:06:00.017" v="402" actId="26606"/>
          <ac:picMkLst>
            <pc:docMk/>
            <pc:sldMk cId="2530366664" sldId="262"/>
            <ac:picMk id="20" creationId="{8CCDC688-C035-F41A-0074-5DA1F777F5D5}"/>
          </ac:picMkLst>
        </pc:picChg>
        <pc:picChg chg="add del mod">
          <ac:chgData name="Boyapati Anjala" userId="abf60a4a70244c57" providerId="LiveId" clId="{27006B1D-66DC-4B07-BD9B-E3EC5814196B}" dt="2025-05-01T16:08:41.336" v="409" actId="478"/>
          <ac:picMkLst>
            <pc:docMk/>
            <pc:sldMk cId="2530366664" sldId="262"/>
            <ac:picMk id="29" creationId="{33AC13C5-6A0F-D980-2544-53F14EB7BC61}"/>
          </ac:picMkLst>
        </pc:picChg>
        <pc:picChg chg="add mod">
          <ac:chgData name="Boyapati Anjala" userId="abf60a4a70244c57" providerId="LiveId" clId="{27006B1D-66DC-4B07-BD9B-E3EC5814196B}" dt="2025-05-01T16:11:28.654" v="429" actId="1076"/>
          <ac:picMkLst>
            <pc:docMk/>
            <pc:sldMk cId="2530366664" sldId="262"/>
            <ac:picMk id="43" creationId="{3BBF2CD1-F0DF-D4F1-BBAC-A1C08293779F}"/>
          </ac:picMkLst>
        </pc:picChg>
      </pc:sldChg>
      <pc:sldChg chg="addSp delSp modSp mod setBg">
        <pc:chgData name="Boyapati Anjala" userId="abf60a4a70244c57" providerId="LiveId" clId="{27006B1D-66DC-4B07-BD9B-E3EC5814196B}" dt="2025-05-01T16:22:35.735" v="507" actId="113"/>
        <pc:sldMkLst>
          <pc:docMk/>
          <pc:sldMk cId="898781892" sldId="263"/>
        </pc:sldMkLst>
        <pc:spChg chg="mod">
          <ac:chgData name="Boyapati Anjala" userId="abf60a4a70244c57" providerId="LiveId" clId="{27006B1D-66DC-4B07-BD9B-E3EC5814196B}" dt="2025-05-01T16:22:35.735" v="507" actId="113"/>
          <ac:spMkLst>
            <pc:docMk/>
            <pc:sldMk cId="898781892" sldId="263"/>
            <ac:spMk id="2" creationId="{BEC3909D-F4B2-93E7-A3C2-BC3A61E933F9}"/>
          </ac:spMkLst>
        </pc:spChg>
        <pc:spChg chg="add del">
          <ac:chgData name="Boyapati Anjala" userId="abf60a4a70244c57" providerId="LiveId" clId="{27006B1D-66DC-4B07-BD9B-E3EC5814196B}" dt="2025-05-01T16:12:17.847" v="433" actId="26606"/>
          <ac:spMkLst>
            <pc:docMk/>
            <pc:sldMk cId="898781892" sldId="263"/>
            <ac:spMk id="3" creationId="{55132363-8663-601F-D9F9-58AD90F4F4B4}"/>
          </ac:spMkLst>
        </pc:spChg>
        <pc:spChg chg="add del">
          <ac:chgData name="Boyapati Anjala" userId="abf60a4a70244c57" providerId="LiveId" clId="{27006B1D-66DC-4B07-BD9B-E3EC5814196B}" dt="2025-05-01T16:13:23.415" v="442" actId="26606"/>
          <ac:spMkLst>
            <pc:docMk/>
            <pc:sldMk cId="898781892" sldId="263"/>
            <ac:spMk id="9" creationId="{BACC6370-2D7E-4714-9D71-7542949D7D5D}"/>
          </ac:spMkLst>
        </pc:spChg>
        <pc:spChg chg="add del">
          <ac:chgData name="Boyapati Anjala" userId="abf60a4a70244c57" providerId="LiveId" clId="{27006B1D-66DC-4B07-BD9B-E3EC5814196B}" dt="2025-05-01T16:12:17.796" v="432" actId="26606"/>
          <ac:spMkLst>
            <pc:docMk/>
            <pc:sldMk cId="898781892" sldId="263"/>
            <ac:spMk id="10" creationId="{257363FD-7E77-4145-9483-331A807ADF0E}"/>
          </ac:spMkLst>
        </pc:spChg>
        <pc:spChg chg="add del">
          <ac:chgData name="Boyapati Anjala" userId="abf60a4a70244c57" providerId="LiveId" clId="{27006B1D-66DC-4B07-BD9B-E3EC5814196B}" dt="2025-05-01T16:13:23.415" v="442" actId="26606"/>
          <ac:spMkLst>
            <pc:docMk/>
            <pc:sldMk cId="898781892" sldId="263"/>
            <ac:spMk id="11" creationId="{F68B3F68-107C-434F-AA38-110D5EA91B85}"/>
          </ac:spMkLst>
        </pc:spChg>
        <pc:spChg chg="add del">
          <ac:chgData name="Boyapati Anjala" userId="abf60a4a70244c57" providerId="LiveId" clId="{27006B1D-66DC-4B07-BD9B-E3EC5814196B}" dt="2025-05-01T16:13:23.415" v="442" actId="26606"/>
          <ac:spMkLst>
            <pc:docMk/>
            <pc:sldMk cId="898781892" sldId="263"/>
            <ac:spMk id="13" creationId="{AAD0DBB9-1A4B-4391-81D4-CB19F9AB918A}"/>
          </ac:spMkLst>
        </pc:spChg>
        <pc:spChg chg="add del">
          <ac:chgData name="Boyapati Anjala" userId="abf60a4a70244c57" providerId="LiveId" clId="{27006B1D-66DC-4B07-BD9B-E3EC5814196B}" dt="2025-05-01T16:13:23.415" v="442" actId="26606"/>
          <ac:spMkLst>
            <pc:docMk/>
            <pc:sldMk cId="898781892" sldId="263"/>
            <ac:spMk id="15" creationId="{063BBA22-50EA-4C4D-BE05-F1CE4E63AA56}"/>
          </ac:spMkLst>
        </pc:spChg>
        <pc:spChg chg="add del">
          <ac:chgData name="Boyapati Anjala" userId="abf60a4a70244c57" providerId="LiveId" clId="{27006B1D-66DC-4B07-BD9B-E3EC5814196B}" dt="2025-05-01T16:13:21.478" v="439" actId="26606"/>
          <ac:spMkLst>
            <pc:docMk/>
            <pc:sldMk cId="898781892" sldId="263"/>
            <ac:spMk id="20" creationId="{6C4028FD-8BAA-4A19-BFDE-594D991B7552}"/>
          </ac:spMkLst>
        </pc:spChg>
        <pc:spChg chg="add del">
          <ac:chgData name="Boyapati Anjala" userId="abf60a4a70244c57" providerId="LiveId" clId="{27006B1D-66DC-4B07-BD9B-E3EC5814196B}" dt="2025-05-01T16:13:23.382" v="441" actId="26606"/>
          <ac:spMkLst>
            <pc:docMk/>
            <pc:sldMk cId="898781892" sldId="263"/>
            <ac:spMk id="22" creationId="{BACC6370-2D7E-4714-9D71-7542949D7D5D}"/>
          </ac:spMkLst>
        </pc:spChg>
        <pc:spChg chg="add del">
          <ac:chgData name="Boyapati Anjala" userId="abf60a4a70244c57" providerId="LiveId" clId="{27006B1D-66DC-4B07-BD9B-E3EC5814196B}" dt="2025-05-01T16:13:23.382" v="441" actId="26606"/>
          <ac:spMkLst>
            <pc:docMk/>
            <pc:sldMk cId="898781892" sldId="263"/>
            <ac:spMk id="23" creationId="{F68B3F68-107C-434F-AA38-110D5EA91B85}"/>
          </ac:spMkLst>
        </pc:spChg>
        <pc:spChg chg="add del">
          <ac:chgData name="Boyapati Anjala" userId="abf60a4a70244c57" providerId="LiveId" clId="{27006B1D-66DC-4B07-BD9B-E3EC5814196B}" dt="2025-05-01T16:13:23.382" v="441" actId="26606"/>
          <ac:spMkLst>
            <pc:docMk/>
            <pc:sldMk cId="898781892" sldId="263"/>
            <ac:spMk id="24" creationId="{AAD0DBB9-1A4B-4391-81D4-CB19F9AB918A}"/>
          </ac:spMkLst>
        </pc:spChg>
        <pc:spChg chg="add del">
          <ac:chgData name="Boyapati Anjala" userId="abf60a4a70244c57" providerId="LiveId" clId="{27006B1D-66DC-4B07-BD9B-E3EC5814196B}" dt="2025-05-01T16:13:23.382" v="441" actId="26606"/>
          <ac:spMkLst>
            <pc:docMk/>
            <pc:sldMk cId="898781892" sldId="263"/>
            <ac:spMk id="25" creationId="{063BBA22-50EA-4C4D-BE05-F1CE4E63AA56}"/>
          </ac:spMkLst>
        </pc:spChg>
        <pc:spChg chg="add del">
          <ac:chgData name="Boyapati Anjala" userId="abf60a4a70244c57" providerId="LiveId" clId="{27006B1D-66DC-4B07-BD9B-E3EC5814196B}" dt="2025-05-01T16:14:10.604" v="451" actId="26606"/>
          <ac:spMkLst>
            <pc:docMk/>
            <pc:sldMk cId="898781892" sldId="263"/>
            <ac:spMk id="27" creationId="{955A2079-FA98-4876-80F0-72364A7D2EA4}"/>
          </ac:spMkLst>
        </pc:spChg>
        <pc:spChg chg="add">
          <ac:chgData name="Boyapati Anjala" userId="abf60a4a70244c57" providerId="LiveId" clId="{27006B1D-66DC-4B07-BD9B-E3EC5814196B}" dt="2025-05-01T16:14:10.604" v="451" actId="26606"/>
          <ac:spMkLst>
            <pc:docMk/>
            <pc:sldMk cId="898781892" sldId="263"/>
            <ac:spMk id="32" creationId="{955A2079-FA98-4876-80F0-72364A7D2EA4}"/>
          </ac:spMkLst>
        </pc:spChg>
        <pc:graphicFrameChg chg="add del">
          <ac:chgData name="Boyapati Anjala" userId="abf60a4a70244c57" providerId="LiveId" clId="{27006B1D-66DC-4B07-BD9B-E3EC5814196B}" dt="2025-05-01T16:12:17.796" v="432" actId="26606"/>
          <ac:graphicFrameMkLst>
            <pc:docMk/>
            <pc:sldMk cId="898781892" sldId="263"/>
            <ac:graphicFrameMk id="5" creationId="{31D03640-D5CE-D426-3677-F71BC159D9C7}"/>
          </ac:graphicFrameMkLst>
        </pc:graphicFrameChg>
        <pc:graphicFrameChg chg="add mod modGraphic">
          <ac:chgData name="Boyapati Anjala" userId="abf60a4a70244c57" providerId="LiveId" clId="{27006B1D-66DC-4B07-BD9B-E3EC5814196B}" dt="2025-05-01T16:14:10.604" v="451" actId="26606"/>
          <ac:graphicFrameMkLst>
            <pc:docMk/>
            <pc:sldMk cId="898781892" sldId="263"/>
            <ac:graphicFrameMk id="12" creationId="{EF252793-351F-6DC0-2ABD-90A1AA22C11F}"/>
          </ac:graphicFrameMkLst>
        </pc:graphicFrameChg>
        <pc:picChg chg="add del">
          <ac:chgData name="Boyapati Anjala" userId="abf60a4a70244c57" providerId="LiveId" clId="{27006B1D-66DC-4B07-BD9B-E3EC5814196B}" dt="2025-05-01T16:12:17.796" v="432" actId="26606"/>
          <ac:picMkLst>
            <pc:docMk/>
            <pc:sldMk cId="898781892" sldId="263"/>
            <ac:picMk id="6" creationId="{4B548E8F-F26C-E00B-1DDB-7B898C9DD906}"/>
          </ac:picMkLst>
        </pc:picChg>
      </pc:sldChg>
      <pc:sldChg chg="addSp modSp mod setBg">
        <pc:chgData name="Boyapati Anjala" userId="abf60a4a70244c57" providerId="LiveId" clId="{27006B1D-66DC-4B07-BD9B-E3EC5814196B}" dt="2025-05-01T16:23:05.189" v="508" actId="255"/>
        <pc:sldMkLst>
          <pc:docMk/>
          <pc:sldMk cId="2786431312" sldId="264"/>
        </pc:sldMkLst>
        <pc:spChg chg="mod">
          <ac:chgData name="Boyapati Anjala" userId="abf60a4a70244c57" providerId="LiveId" clId="{27006B1D-66DC-4B07-BD9B-E3EC5814196B}" dt="2025-05-01T16:23:05.189" v="508" actId="255"/>
          <ac:spMkLst>
            <pc:docMk/>
            <pc:sldMk cId="2786431312" sldId="264"/>
            <ac:spMk id="2" creationId="{3241032B-1F8E-61E0-7717-2AAC8726B4D2}"/>
          </ac:spMkLst>
        </pc:spChg>
        <pc:spChg chg="mod">
          <ac:chgData name="Boyapati Anjala" userId="abf60a4a70244c57" providerId="LiveId" clId="{27006B1D-66DC-4B07-BD9B-E3EC5814196B}" dt="2025-05-01T16:14:45.448" v="457" actId="2711"/>
          <ac:spMkLst>
            <pc:docMk/>
            <pc:sldMk cId="2786431312" sldId="264"/>
            <ac:spMk id="3" creationId="{303EAAF5-0864-8412-4F04-1EEA25223C6C}"/>
          </ac:spMkLst>
        </pc:spChg>
        <pc:spChg chg="add">
          <ac:chgData name="Boyapati Anjala" userId="abf60a4a70244c57" providerId="LiveId" clId="{27006B1D-66DC-4B07-BD9B-E3EC5814196B}" dt="2025-05-01T16:14:21.038" v="452" actId="26606"/>
          <ac:spMkLst>
            <pc:docMk/>
            <pc:sldMk cId="2786431312" sldId="264"/>
            <ac:spMk id="9" creationId="{257363FD-7E77-4145-9483-331A807ADF0E}"/>
          </ac:spMkLst>
        </pc:spChg>
        <pc:picChg chg="add">
          <ac:chgData name="Boyapati Anjala" userId="abf60a4a70244c57" providerId="LiveId" clId="{27006B1D-66DC-4B07-BD9B-E3EC5814196B}" dt="2025-05-01T16:14:21.038" v="452" actId="26606"/>
          <ac:picMkLst>
            <pc:docMk/>
            <pc:sldMk cId="2786431312" sldId="264"/>
            <ac:picMk id="5" creationId="{442D2820-7F1B-168F-1D40-F5CD574827FF}"/>
          </ac:picMkLst>
        </pc:picChg>
      </pc:sldChg>
      <pc:sldChg chg="addSp delSp modSp new mod setBg">
        <pc:chgData name="Boyapati Anjala" userId="abf60a4a70244c57" providerId="LiveId" clId="{27006B1D-66DC-4B07-BD9B-E3EC5814196B}" dt="2025-05-01T16:05:01.625" v="392" actId="12"/>
        <pc:sldMkLst>
          <pc:docMk/>
          <pc:sldMk cId="3343860842" sldId="265"/>
        </pc:sldMkLst>
        <pc:spChg chg="mod">
          <ac:chgData name="Boyapati Anjala" userId="abf60a4a70244c57" providerId="LiveId" clId="{27006B1D-66DC-4B07-BD9B-E3EC5814196B}" dt="2025-05-01T16:02:19.984" v="375" actId="26606"/>
          <ac:spMkLst>
            <pc:docMk/>
            <pc:sldMk cId="3343860842" sldId="265"/>
            <ac:spMk id="2" creationId="{737C0BF6-563E-C208-F8CB-DA0434BD909D}"/>
          </ac:spMkLst>
        </pc:spChg>
        <pc:spChg chg="del">
          <ac:chgData name="Boyapati Anjala" userId="abf60a4a70244c57" providerId="LiveId" clId="{27006B1D-66DC-4B07-BD9B-E3EC5814196B}" dt="2025-05-01T15:56:52.313" v="324" actId="478"/>
          <ac:spMkLst>
            <pc:docMk/>
            <pc:sldMk cId="3343860842" sldId="265"/>
            <ac:spMk id="3" creationId="{53794639-50B0-6F12-35CE-24890E7F9F8F}"/>
          </ac:spMkLst>
        </pc:spChg>
        <pc:spChg chg="add del mod">
          <ac:chgData name="Boyapati Anjala" userId="abf60a4a70244c57" providerId="LiveId" clId="{27006B1D-66DC-4B07-BD9B-E3EC5814196B}" dt="2025-05-01T16:05:01.625" v="392" actId="12"/>
          <ac:spMkLst>
            <pc:docMk/>
            <pc:sldMk cId="3343860842" sldId="265"/>
            <ac:spMk id="4" creationId="{1BD9EC5D-967F-030A-33F3-EC86DA2A635A}"/>
          </ac:spMkLst>
        </pc:spChg>
        <pc:spChg chg="del">
          <ac:chgData name="Boyapati Anjala" userId="abf60a4a70244c57" providerId="LiveId" clId="{27006B1D-66DC-4B07-BD9B-E3EC5814196B}" dt="2025-05-01T15:57:07.050" v="325" actId="478"/>
          <ac:spMkLst>
            <pc:docMk/>
            <pc:sldMk cId="3343860842" sldId="265"/>
            <ac:spMk id="5" creationId="{1C7C1B94-F9B5-374A-6334-010520EE8E20}"/>
          </ac:spMkLst>
        </pc:spChg>
        <pc:spChg chg="del">
          <ac:chgData name="Boyapati Anjala" userId="abf60a4a70244c57" providerId="LiveId" clId="{27006B1D-66DC-4B07-BD9B-E3EC5814196B}" dt="2025-05-01T15:56:04.165" v="319"/>
          <ac:spMkLst>
            <pc:docMk/>
            <pc:sldMk cId="3343860842" sldId="265"/>
            <ac:spMk id="6" creationId="{E8D0ED30-7F57-584E-1B4F-91155F6AED1C}"/>
          </ac:spMkLst>
        </pc:spChg>
        <pc:spChg chg="add">
          <ac:chgData name="Boyapati Anjala" userId="abf60a4a70244c57" providerId="LiveId" clId="{27006B1D-66DC-4B07-BD9B-E3EC5814196B}" dt="2025-05-01T16:02:19.984" v="375" actId="26606"/>
          <ac:spMkLst>
            <pc:docMk/>
            <pc:sldMk cId="3343860842" sldId="265"/>
            <ac:spMk id="10" creationId="{058A14AF-9FB5-4CC7-BA35-E8E85D3EDF0E}"/>
          </ac:spMkLst>
        </pc:spChg>
        <pc:spChg chg="add del">
          <ac:chgData name="Boyapati Anjala" userId="abf60a4a70244c57" providerId="LiveId" clId="{27006B1D-66DC-4B07-BD9B-E3EC5814196B}" dt="2025-05-01T16:00:29.568" v="358" actId="26606"/>
          <ac:spMkLst>
            <pc:docMk/>
            <pc:sldMk cId="3343860842" sldId="265"/>
            <ac:spMk id="11" creationId="{B50AB553-2A96-4A92-96F2-93548E096954}"/>
          </ac:spMkLst>
        </pc:spChg>
        <pc:spChg chg="add del">
          <ac:chgData name="Boyapati Anjala" userId="abf60a4a70244c57" providerId="LiveId" clId="{27006B1D-66DC-4B07-BD9B-E3EC5814196B}" dt="2025-05-01T15:59:41.559" v="350" actId="26606"/>
          <ac:spMkLst>
            <pc:docMk/>
            <pc:sldMk cId="3343860842" sldId="265"/>
            <ac:spMk id="12" creationId="{2B97F24A-32CE-4C1C-A50D-3016B394DCFB}"/>
          </ac:spMkLst>
        </pc:spChg>
        <pc:spChg chg="add del">
          <ac:chgData name="Boyapati Anjala" userId="abf60a4a70244c57" providerId="LiveId" clId="{27006B1D-66DC-4B07-BD9B-E3EC5814196B}" dt="2025-05-01T16:01:35.525" v="362" actId="26606"/>
          <ac:spMkLst>
            <pc:docMk/>
            <pc:sldMk cId="3343860842" sldId="265"/>
            <ac:spMk id="13" creationId="{B6FACB3C-9069-4791-BC5C-0DB7CD19B853}"/>
          </ac:spMkLst>
        </pc:spChg>
        <pc:spChg chg="add del">
          <ac:chgData name="Boyapati Anjala" userId="abf60a4a70244c57" providerId="LiveId" clId="{27006B1D-66DC-4B07-BD9B-E3EC5814196B}" dt="2025-05-01T15:59:41.559" v="350" actId="26606"/>
          <ac:spMkLst>
            <pc:docMk/>
            <pc:sldMk cId="3343860842" sldId="265"/>
            <ac:spMk id="14" creationId="{CD8B4F24-440B-49E9-B85D-733523DC064B}"/>
          </ac:spMkLst>
        </pc:spChg>
        <pc:spChg chg="add">
          <ac:chgData name="Boyapati Anjala" userId="abf60a4a70244c57" providerId="LiveId" clId="{27006B1D-66DC-4B07-BD9B-E3EC5814196B}" dt="2025-05-01T16:02:19.984" v="375" actId="26606"/>
          <ac:spMkLst>
            <pc:docMk/>
            <pc:sldMk cId="3343860842" sldId="265"/>
            <ac:spMk id="15" creationId="{3A9A4357-BD1D-4622-A4FE-766E6AB8DE84}"/>
          </ac:spMkLst>
        </pc:spChg>
        <pc:spChg chg="add del">
          <ac:chgData name="Boyapati Anjala" userId="abf60a4a70244c57" providerId="LiveId" clId="{27006B1D-66DC-4B07-BD9B-E3EC5814196B}" dt="2025-05-01T16:01:35.525" v="362" actId="26606"/>
          <ac:spMkLst>
            <pc:docMk/>
            <pc:sldMk cId="3343860842" sldId="265"/>
            <ac:spMk id="16" creationId="{71F2038E-D777-4B76-81DD-DD13EE91B9DD}"/>
          </ac:spMkLst>
        </pc:spChg>
        <pc:spChg chg="add">
          <ac:chgData name="Boyapati Anjala" userId="abf60a4a70244c57" providerId="LiveId" clId="{27006B1D-66DC-4B07-BD9B-E3EC5814196B}" dt="2025-05-01T16:02:19.984" v="375" actId="26606"/>
          <ac:spMkLst>
            <pc:docMk/>
            <pc:sldMk cId="3343860842" sldId="265"/>
            <ac:spMk id="17" creationId="{E659831F-0D9A-4C63-9EBB-8435B85A440F}"/>
          </ac:spMkLst>
        </pc:spChg>
        <pc:spChg chg="add">
          <ac:chgData name="Boyapati Anjala" userId="abf60a4a70244c57" providerId="LiveId" clId="{27006B1D-66DC-4B07-BD9B-E3EC5814196B}" dt="2025-05-01T16:02:19.984" v="375" actId="26606"/>
          <ac:spMkLst>
            <pc:docMk/>
            <pc:sldMk cId="3343860842" sldId="265"/>
            <ac:spMk id="19" creationId="{E6995CE5-F890-4ABA-82A2-26507CE8D2A3}"/>
          </ac:spMkLst>
        </pc:spChg>
        <pc:spChg chg="add del">
          <ac:chgData name="Boyapati Anjala" userId="abf60a4a70244c57" providerId="LiveId" clId="{27006B1D-66DC-4B07-BD9B-E3EC5814196B}" dt="2025-05-01T16:01:39.763" v="364" actId="26606"/>
          <ac:spMkLst>
            <pc:docMk/>
            <pc:sldMk cId="3343860842" sldId="265"/>
            <ac:spMk id="24" creationId="{9D25F302-27C5-414F-97F8-6EA0A6C028BA}"/>
          </ac:spMkLst>
        </pc:spChg>
        <pc:spChg chg="add del">
          <ac:chgData name="Boyapati Anjala" userId="abf60a4a70244c57" providerId="LiveId" clId="{27006B1D-66DC-4B07-BD9B-E3EC5814196B}" dt="2025-05-01T16:01:39.763" v="364" actId="26606"/>
          <ac:spMkLst>
            <pc:docMk/>
            <pc:sldMk cId="3343860842" sldId="265"/>
            <ac:spMk id="25" creationId="{830A36F8-48C2-4842-A87B-8CE8DF4E7FD2}"/>
          </ac:spMkLst>
        </pc:spChg>
        <pc:spChg chg="add del">
          <ac:chgData name="Boyapati Anjala" userId="abf60a4a70244c57" providerId="LiveId" clId="{27006B1D-66DC-4B07-BD9B-E3EC5814196B}" dt="2025-05-01T16:01:39.763" v="364" actId="26606"/>
          <ac:spMkLst>
            <pc:docMk/>
            <pc:sldMk cId="3343860842" sldId="265"/>
            <ac:spMk id="26" creationId="{8F451A30-466B-4996-9BA5-CD6ABCC6D558}"/>
          </ac:spMkLst>
        </pc:spChg>
        <pc:grpChg chg="add del">
          <ac:chgData name="Boyapati Anjala" userId="abf60a4a70244c57" providerId="LiveId" clId="{27006B1D-66DC-4B07-BD9B-E3EC5814196B}" dt="2025-05-01T16:01:35.525" v="362" actId="26606"/>
          <ac:grpSpMkLst>
            <pc:docMk/>
            <pc:sldMk cId="3343860842" sldId="265"/>
            <ac:grpSpMk id="18" creationId="{DD354807-230F-4402-B1B9-F733A8F1F190}"/>
          </ac:grpSpMkLst>
        </pc:grpChg>
        <pc:graphicFrameChg chg="add del mod ord modGraphic">
          <ac:chgData name="Boyapati Anjala" userId="abf60a4a70244c57" providerId="LiveId" clId="{27006B1D-66DC-4B07-BD9B-E3EC5814196B}" dt="2025-05-01T16:01:49.178" v="371" actId="26606"/>
          <ac:graphicFrameMkLst>
            <pc:docMk/>
            <pc:sldMk cId="3343860842" sldId="265"/>
            <ac:graphicFrameMk id="9" creationId="{86BF1992-BF67-D7D5-56B9-0010038A7682}"/>
          </ac:graphicFrameMkLst>
        </pc:graphicFrameChg>
        <pc:picChg chg="add mod ord">
          <ac:chgData name="Boyapati Anjala" userId="abf60a4a70244c57" providerId="LiveId" clId="{27006B1D-66DC-4B07-BD9B-E3EC5814196B}" dt="2025-05-01T16:04:32.834" v="389" actId="14100"/>
          <ac:picMkLst>
            <pc:docMk/>
            <pc:sldMk cId="3343860842" sldId="265"/>
            <ac:picMk id="7" creationId="{30AA0525-E69E-479B-C056-F16512E4FF6A}"/>
          </ac:picMkLst>
        </pc:picChg>
      </pc:sldChg>
      <pc:sldChg chg="addSp delSp modSp new mod setBg">
        <pc:chgData name="Boyapati Anjala" userId="abf60a4a70244c57" providerId="LiveId" clId="{27006B1D-66DC-4B07-BD9B-E3EC5814196B}" dt="2025-05-01T16:21:22.955" v="501" actId="26606"/>
        <pc:sldMkLst>
          <pc:docMk/>
          <pc:sldMk cId="168453091" sldId="266"/>
        </pc:sldMkLst>
        <pc:spChg chg="del">
          <ac:chgData name="Boyapati Anjala" userId="abf60a4a70244c57" providerId="LiveId" clId="{27006B1D-66DC-4B07-BD9B-E3EC5814196B}" dt="2025-05-01T16:16:30.356" v="469" actId="478"/>
          <ac:spMkLst>
            <pc:docMk/>
            <pc:sldMk cId="168453091" sldId="266"/>
            <ac:spMk id="2" creationId="{13AAB8EF-492A-2CA1-210E-A2CA9480F2E1}"/>
          </ac:spMkLst>
        </pc:spChg>
        <pc:spChg chg="add del mod">
          <ac:chgData name="Boyapati Anjala" userId="abf60a4a70244c57" providerId="LiveId" clId="{27006B1D-66DC-4B07-BD9B-E3EC5814196B}" dt="2025-05-01T16:21:17.593" v="498"/>
          <ac:spMkLst>
            <pc:docMk/>
            <pc:sldMk cId="168453091" sldId="266"/>
            <ac:spMk id="3" creationId="{CDBC70D5-D2E3-898B-3628-7FA2C0A1AEE4}"/>
          </ac:spMkLst>
        </pc:spChg>
        <pc:spChg chg="add del">
          <ac:chgData name="Boyapati Anjala" userId="abf60a4a70244c57" providerId="LiveId" clId="{27006B1D-66DC-4B07-BD9B-E3EC5814196B}" dt="2025-05-01T16:17:18.578" v="477" actId="26606"/>
          <ac:spMkLst>
            <pc:docMk/>
            <pc:sldMk cId="168453091" sldId="266"/>
            <ac:spMk id="10" creationId="{245A9F99-D9B1-4094-A2E2-B90AC1DB7B9C}"/>
          </ac:spMkLst>
        </pc:spChg>
        <pc:spChg chg="add del">
          <ac:chgData name="Boyapati Anjala" userId="abf60a4a70244c57" providerId="LiveId" clId="{27006B1D-66DC-4B07-BD9B-E3EC5814196B}" dt="2025-05-01T16:17:18.578" v="477" actId="26606"/>
          <ac:spMkLst>
            <pc:docMk/>
            <pc:sldMk cId="168453091" sldId="266"/>
            <ac:spMk id="12" creationId="{B7FAF607-473A-4A43-A23D-BBFF5C4117BB}"/>
          </ac:spMkLst>
        </pc:spChg>
        <pc:spChg chg="add del">
          <ac:chgData name="Boyapati Anjala" userId="abf60a4a70244c57" providerId="LiveId" clId="{27006B1D-66DC-4B07-BD9B-E3EC5814196B}" dt="2025-05-01T16:21:15.043" v="496" actId="26606"/>
          <ac:spMkLst>
            <pc:docMk/>
            <pc:sldMk cId="168453091" sldId="266"/>
            <ac:spMk id="1031" creationId="{42A4FC2C-047E-45A5-965D-8E1E3BF09BC6}"/>
          </ac:spMkLst>
        </pc:spChg>
        <pc:spChg chg="add del">
          <ac:chgData name="Boyapati Anjala" userId="abf60a4a70244c57" providerId="LiveId" clId="{27006B1D-66DC-4B07-BD9B-E3EC5814196B}" dt="2025-05-01T16:21:22.942" v="500" actId="26606"/>
          <ac:spMkLst>
            <pc:docMk/>
            <pc:sldMk cId="168453091" sldId="266"/>
            <ac:spMk id="1033" creationId="{42A4FC2C-047E-45A5-965D-8E1E3BF09BC6}"/>
          </ac:spMkLst>
        </pc:spChg>
        <pc:spChg chg="add del">
          <ac:chgData name="Boyapati Anjala" userId="abf60a4a70244c57" providerId="LiveId" clId="{27006B1D-66DC-4B07-BD9B-E3EC5814196B}" dt="2025-05-01T16:21:13.232" v="494" actId="26606"/>
          <ac:spMkLst>
            <pc:docMk/>
            <pc:sldMk cId="168453091" sldId="266"/>
            <ac:spMk id="1035" creationId="{9EEE2697-2A6C-EBC3-C564-A9B11739370A}"/>
          </ac:spMkLst>
        </pc:spChg>
        <pc:spChg chg="add del">
          <ac:chgData name="Boyapati Anjala" userId="abf60a4a70244c57" providerId="LiveId" clId="{27006B1D-66DC-4B07-BD9B-E3EC5814196B}" dt="2025-05-01T16:21:13.232" v="494" actId="26606"/>
          <ac:spMkLst>
            <pc:docMk/>
            <pc:sldMk cId="168453091" sldId="266"/>
            <ac:spMk id="1038" creationId="{257363FD-7E77-4145-9483-331A807ADF0E}"/>
          </ac:spMkLst>
        </pc:spChg>
        <pc:grpChg chg="add del">
          <ac:chgData name="Boyapati Anjala" userId="abf60a4a70244c57" providerId="LiveId" clId="{27006B1D-66DC-4B07-BD9B-E3EC5814196B}" dt="2025-05-01T16:17:18.578" v="477" actId="26606"/>
          <ac:grpSpMkLst>
            <pc:docMk/>
            <pc:sldMk cId="168453091" sldId="266"/>
            <ac:grpSpMk id="14" creationId="{C5F6476F-D303-44D3-B30F-1BA348F0F64A}"/>
          </ac:grpSpMkLst>
        </pc:grpChg>
        <pc:grpChg chg="add">
          <ac:chgData name="Boyapati Anjala" userId="abf60a4a70244c57" providerId="LiveId" clId="{27006B1D-66DC-4B07-BD9B-E3EC5814196B}" dt="2025-05-01T16:21:22.955" v="501" actId="26606"/>
          <ac:grpSpMkLst>
            <pc:docMk/>
            <pc:sldMk cId="168453091" sldId="266"/>
            <ac:grpSpMk id="1039" creationId="{723C66ED-DBBF-12CA-7F5E-813E0E7D036A}"/>
          </ac:grpSpMkLst>
        </pc:grpChg>
        <pc:picChg chg="add del mod">
          <ac:chgData name="Boyapati Anjala" userId="abf60a4a70244c57" providerId="LiveId" clId="{27006B1D-66DC-4B07-BD9B-E3EC5814196B}" dt="2025-05-01T16:17:18.578" v="477" actId="26606"/>
          <ac:picMkLst>
            <pc:docMk/>
            <pc:sldMk cId="168453091" sldId="266"/>
            <ac:picMk id="7" creationId="{7CC9B66C-4964-80A3-D8AE-ECE214650DBB}"/>
          </ac:picMkLst>
        </pc:picChg>
        <pc:picChg chg="add mod">
          <ac:chgData name="Boyapati Anjala" userId="abf60a4a70244c57" providerId="LiveId" clId="{27006B1D-66DC-4B07-BD9B-E3EC5814196B}" dt="2025-05-01T16:21:16.024" v="497"/>
          <ac:picMkLst>
            <pc:docMk/>
            <pc:sldMk cId="168453091" sldId="266"/>
            <ac:picMk id="1026" creationId="{C3DCE06E-C0EF-7BD0-6BF4-4120BDF8E5F6}"/>
          </ac:picMkLst>
        </pc:picChg>
        <pc:picChg chg="add mod">
          <ac:chgData name="Boyapati Anjala" userId="abf60a4a70244c57" providerId="LiveId" clId="{27006B1D-66DC-4B07-BD9B-E3EC5814196B}" dt="2025-05-01T16:21:22.955" v="501" actId="26606"/>
          <ac:picMkLst>
            <pc:docMk/>
            <pc:sldMk cId="168453091" sldId="266"/>
            <ac:picMk id="1028" creationId="{C02D7FB0-C5DF-79A0-08E9-2EA160BA33D2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8593E7-5A75-4C05-9AC8-4FDA090ECD8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3C866F4-7394-4BC9-9FCA-4A09635389CA}">
      <dgm:prSet/>
      <dgm:spPr/>
      <dgm:t>
        <a:bodyPr/>
        <a:lstStyle/>
        <a:p>
          <a:r>
            <a:rPr lang="en-US" b="1"/>
            <a:t>Data Sources:</a:t>
          </a:r>
          <a:endParaRPr lang="en-US"/>
        </a:p>
      </dgm:t>
    </dgm:pt>
    <dgm:pt modelId="{33660B94-D8B5-4AAD-A57C-9A19937DADBF}" type="parTrans" cxnId="{DB79CDF1-A885-422C-BDC0-A08BA57D30C8}">
      <dgm:prSet/>
      <dgm:spPr/>
      <dgm:t>
        <a:bodyPr/>
        <a:lstStyle/>
        <a:p>
          <a:endParaRPr lang="en-US"/>
        </a:p>
      </dgm:t>
    </dgm:pt>
    <dgm:pt modelId="{A857CC3F-A232-4363-94B2-B344BE1CB920}" type="sibTrans" cxnId="{DB79CDF1-A885-422C-BDC0-A08BA57D30C8}">
      <dgm:prSet/>
      <dgm:spPr/>
      <dgm:t>
        <a:bodyPr/>
        <a:lstStyle/>
        <a:p>
          <a:endParaRPr lang="en-US"/>
        </a:p>
      </dgm:t>
    </dgm:pt>
    <dgm:pt modelId="{F9ACF9F3-340C-4769-983B-5B5EFD4CD698}">
      <dgm:prSet/>
      <dgm:spPr/>
      <dgm:t>
        <a:bodyPr/>
        <a:lstStyle/>
        <a:p>
          <a:r>
            <a:rPr lang="en-US"/>
            <a:t>Publicly available datasets from </a:t>
          </a:r>
          <a:r>
            <a:rPr lang="en-US" b="1"/>
            <a:t>Kaggle</a:t>
          </a:r>
          <a:r>
            <a:rPr lang="en-US"/>
            <a:t> and </a:t>
          </a:r>
          <a:r>
            <a:rPr lang="en-US" b="1"/>
            <a:t>NYC TLC (Taxi &amp; Limousine Commission)</a:t>
          </a:r>
          <a:r>
            <a:rPr lang="en-US"/>
            <a:t>.</a:t>
          </a:r>
        </a:p>
      </dgm:t>
    </dgm:pt>
    <dgm:pt modelId="{9E745431-2303-4E64-81D4-F3D90C0F7F78}" type="parTrans" cxnId="{4EA7E724-5A6E-44A3-A2A1-1B1BB682428C}">
      <dgm:prSet/>
      <dgm:spPr/>
      <dgm:t>
        <a:bodyPr/>
        <a:lstStyle/>
        <a:p>
          <a:endParaRPr lang="en-US"/>
        </a:p>
      </dgm:t>
    </dgm:pt>
    <dgm:pt modelId="{575F300B-CE68-4933-A527-2E5454EF02A9}" type="sibTrans" cxnId="{4EA7E724-5A6E-44A3-A2A1-1B1BB682428C}">
      <dgm:prSet/>
      <dgm:spPr/>
      <dgm:t>
        <a:bodyPr/>
        <a:lstStyle/>
        <a:p>
          <a:endParaRPr lang="en-US"/>
        </a:p>
      </dgm:t>
    </dgm:pt>
    <dgm:pt modelId="{BAB9CA08-AB68-432F-AD1B-E88B4C829573}">
      <dgm:prSet/>
      <dgm:spPr/>
      <dgm:t>
        <a:bodyPr/>
        <a:lstStyle/>
        <a:p>
          <a:r>
            <a:rPr lang="en-US"/>
            <a:t>Supplemental data from </a:t>
          </a:r>
          <a:r>
            <a:rPr lang="en-US" b="1"/>
            <a:t>weather APIs</a:t>
          </a:r>
          <a:r>
            <a:rPr lang="en-US"/>
            <a:t> and </a:t>
          </a:r>
          <a:r>
            <a:rPr lang="en-US" b="1"/>
            <a:t>traffic datasets</a:t>
          </a:r>
          <a:r>
            <a:rPr lang="en-US"/>
            <a:t> to enhance model accuracy.</a:t>
          </a:r>
        </a:p>
      </dgm:t>
    </dgm:pt>
    <dgm:pt modelId="{26DFB8B3-98BF-42F6-8D9F-1BFB2B246A74}" type="parTrans" cxnId="{4DF2DC18-ECA8-4EC3-90F4-BD20C08984D0}">
      <dgm:prSet/>
      <dgm:spPr/>
      <dgm:t>
        <a:bodyPr/>
        <a:lstStyle/>
        <a:p>
          <a:endParaRPr lang="en-US"/>
        </a:p>
      </dgm:t>
    </dgm:pt>
    <dgm:pt modelId="{35BD609F-A9ED-496D-8D70-574B4B26FD0D}" type="sibTrans" cxnId="{4DF2DC18-ECA8-4EC3-90F4-BD20C08984D0}">
      <dgm:prSet/>
      <dgm:spPr/>
      <dgm:t>
        <a:bodyPr/>
        <a:lstStyle/>
        <a:p>
          <a:endParaRPr lang="en-US"/>
        </a:p>
      </dgm:t>
    </dgm:pt>
    <dgm:pt modelId="{6830F7C2-420F-4FB4-9A2D-43456BD8B10D}">
      <dgm:prSet/>
      <dgm:spPr/>
      <dgm:t>
        <a:bodyPr/>
        <a:lstStyle/>
        <a:p>
          <a:r>
            <a:rPr lang="en-US" b="1"/>
            <a:t>Volume of Data Collected:</a:t>
          </a:r>
          <a:endParaRPr lang="en-US"/>
        </a:p>
      </dgm:t>
    </dgm:pt>
    <dgm:pt modelId="{0D60E8F8-F9F0-47C0-AD87-FE1895B9197D}" type="parTrans" cxnId="{61406499-AE0E-49E3-816B-FE3F10F68531}">
      <dgm:prSet/>
      <dgm:spPr/>
      <dgm:t>
        <a:bodyPr/>
        <a:lstStyle/>
        <a:p>
          <a:endParaRPr lang="en-US"/>
        </a:p>
      </dgm:t>
    </dgm:pt>
    <dgm:pt modelId="{4F74447F-6F84-4DAB-9257-C3F867EA5E5F}" type="sibTrans" cxnId="{61406499-AE0E-49E3-816B-FE3F10F68531}">
      <dgm:prSet/>
      <dgm:spPr/>
      <dgm:t>
        <a:bodyPr/>
        <a:lstStyle/>
        <a:p>
          <a:endParaRPr lang="en-US"/>
        </a:p>
      </dgm:t>
    </dgm:pt>
    <dgm:pt modelId="{5A25590F-3E72-48C2-9968-2F4BEAF46878}">
      <dgm:prSet/>
      <dgm:spPr/>
      <dgm:t>
        <a:bodyPr/>
        <a:lstStyle/>
        <a:p>
          <a:r>
            <a:rPr lang="en-US"/>
            <a:t>Over </a:t>
          </a:r>
          <a:r>
            <a:rPr lang="en-US" b="1"/>
            <a:t>2 million ride records</a:t>
          </a:r>
          <a:r>
            <a:rPr lang="en-US"/>
            <a:t>, including trip duration, distance, pickup/drop-off locations, timestamps, and fare amounts.</a:t>
          </a:r>
        </a:p>
      </dgm:t>
    </dgm:pt>
    <dgm:pt modelId="{81F87DD7-FD65-4C20-8BD3-3190293D9DBA}" type="parTrans" cxnId="{D7AFD861-E4E1-4A47-89B6-71A76FC8512A}">
      <dgm:prSet/>
      <dgm:spPr/>
      <dgm:t>
        <a:bodyPr/>
        <a:lstStyle/>
        <a:p>
          <a:endParaRPr lang="en-US"/>
        </a:p>
      </dgm:t>
    </dgm:pt>
    <dgm:pt modelId="{35C9A9FE-6BEF-41B2-ADCA-8C9A4EFCCE1A}" type="sibTrans" cxnId="{D7AFD861-E4E1-4A47-89B6-71A76FC8512A}">
      <dgm:prSet/>
      <dgm:spPr/>
      <dgm:t>
        <a:bodyPr/>
        <a:lstStyle/>
        <a:p>
          <a:endParaRPr lang="en-US"/>
        </a:p>
      </dgm:t>
    </dgm:pt>
    <dgm:pt modelId="{D08B62E0-3AAF-47C4-9C10-004AB11452AA}">
      <dgm:prSet/>
      <dgm:spPr/>
      <dgm:t>
        <a:bodyPr/>
        <a:lstStyle/>
        <a:p>
          <a:r>
            <a:rPr lang="en-US"/>
            <a:t>Additional contextual data: hourly weather conditions and traffic congestion levels.</a:t>
          </a:r>
        </a:p>
      </dgm:t>
    </dgm:pt>
    <dgm:pt modelId="{6E1198BA-578F-4EA8-9780-2F269A44CE05}" type="parTrans" cxnId="{88F58356-8078-4351-B355-745CF4FBAF66}">
      <dgm:prSet/>
      <dgm:spPr/>
      <dgm:t>
        <a:bodyPr/>
        <a:lstStyle/>
        <a:p>
          <a:endParaRPr lang="en-US"/>
        </a:p>
      </dgm:t>
    </dgm:pt>
    <dgm:pt modelId="{54AA21B1-BF32-49D2-9253-E6BA54592434}" type="sibTrans" cxnId="{88F58356-8078-4351-B355-745CF4FBAF66}">
      <dgm:prSet/>
      <dgm:spPr/>
      <dgm:t>
        <a:bodyPr/>
        <a:lstStyle/>
        <a:p>
          <a:endParaRPr lang="en-US"/>
        </a:p>
      </dgm:t>
    </dgm:pt>
    <dgm:pt modelId="{F4F5F9F9-B7C3-446D-9C6A-B88A9FE96C88}">
      <dgm:prSet/>
      <dgm:spPr/>
      <dgm:t>
        <a:bodyPr/>
        <a:lstStyle/>
        <a:p>
          <a:r>
            <a:rPr lang="en-US" b="1"/>
            <a:t>Challenges &amp; Limitations:</a:t>
          </a:r>
          <a:endParaRPr lang="en-US"/>
        </a:p>
      </dgm:t>
    </dgm:pt>
    <dgm:pt modelId="{E4B56DB2-6A88-4C69-BFA9-8960B796C7EF}" type="parTrans" cxnId="{DDD4A149-4686-4C4F-B4A4-35BC0574451C}">
      <dgm:prSet/>
      <dgm:spPr/>
      <dgm:t>
        <a:bodyPr/>
        <a:lstStyle/>
        <a:p>
          <a:endParaRPr lang="en-US"/>
        </a:p>
      </dgm:t>
    </dgm:pt>
    <dgm:pt modelId="{0EEDCD15-93CF-40B9-B035-B7C9A4994890}" type="sibTrans" cxnId="{DDD4A149-4686-4C4F-B4A4-35BC0574451C}">
      <dgm:prSet/>
      <dgm:spPr/>
      <dgm:t>
        <a:bodyPr/>
        <a:lstStyle/>
        <a:p>
          <a:endParaRPr lang="en-US"/>
        </a:p>
      </dgm:t>
    </dgm:pt>
    <dgm:pt modelId="{851CD22D-6FBC-44E7-9B9A-89847C825929}">
      <dgm:prSet/>
      <dgm:spPr/>
      <dgm:t>
        <a:bodyPr/>
        <a:lstStyle/>
        <a:p>
          <a:r>
            <a:rPr lang="en-US" b="1"/>
            <a:t>Incomplete or inconsistent entries</a:t>
          </a:r>
          <a:r>
            <a:rPr lang="en-US"/>
            <a:t> (e.g., missing timestamps, zero fare values).</a:t>
          </a:r>
        </a:p>
      </dgm:t>
    </dgm:pt>
    <dgm:pt modelId="{18B60F06-B680-4D37-A255-F06A78016997}" type="parTrans" cxnId="{4FA25EDE-9570-4F20-AED8-025A4A0647AF}">
      <dgm:prSet/>
      <dgm:spPr/>
      <dgm:t>
        <a:bodyPr/>
        <a:lstStyle/>
        <a:p>
          <a:endParaRPr lang="en-US"/>
        </a:p>
      </dgm:t>
    </dgm:pt>
    <dgm:pt modelId="{7E12CC63-5DB8-4E83-A812-0392D03A200C}" type="sibTrans" cxnId="{4FA25EDE-9570-4F20-AED8-025A4A0647AF}">
      <dgm:prSet/>
      <dgm:spPr/>
      <dgm:t>
        <a:bodyPr/>
        <a:lstStyle/>
        <a:p>
          <a:endParaRPr lang="en-US"/>
        </a:p>
      </dgm:t>
    </dgm:pt>
    <dgm:pt modelId="{8C1D641C-07A9-494F-A11C-E74B922D5087}">
      <dgm:prSet/>
      <dgm:spPr/>
      <dgm:t>
        <a:bodyPr/>
        <a:lstStyle/>
        <a:p>
          <a:r>
            <a:rPr lang="en-US"/>
            <a:t>Difficulty in aligning external datasets like weather and traffic to ride timestamps.</a:t>
          </a:r>
        </a:p>
      </dgm:t>
    </dgm:pt>
    <dgm:pt modelId="{DD6723B6-81B8-4E5C-A2DB-3332FF3F28CC}" type="parTrans" cxnId="{749F2B3C-F558-47DF-86F5-6AF4238B4CDA}">
      <dgm:prSet/>
      <dgm:spPr/>
      <dgm:t>
        <a:bodyPr/>
        <a:lstStyle/>
        <a:p>
          <a:endParaRPr lang="en-US"/>
        </a:p>
      </dgm:t>
    </dgm:pt>
    <dgm:pt modelId="{9E22741B-2630-415C-B853-E538244E5C3B}" type="sibTrans" cxnId="{749F2B3C-F558-47DF-86F5-6AF4238B4CDA}">
      <dgm:prSet/>
      <dgm:spPr/>
      <dgm:t>
        <a:bodyPr/>
        <a:lstStyle/>
        <a:p>
          <a:endParaRPr lang="en-US"/>
        </a:p>
      </dgm:t>
    </dgm:pt>
    <dgm:pt modelId="{6446C9EE-1DB4-44ED-94B2-7ACD8FACB9B1}">
      <dgm:prSet/>
      <dgm:spPr/>
      <dgm:t>
        <a:bodyPr/>
        <a:lstStyle/>
        <a:p>
          <a:r>
            <a:rPr lang="en-US" b="1"/>
            <a:t>Data privacy constraints</a:t>
          </a:r>
          <a:r>
            <a:rPr lang="en-US"/>
            <a:t>—no access to user-level demographic or behavior data.</a:t>
          </a:r>
        </a:p>
      </dgm:t>
    </dgm:pt>
    <dgm:pt modelId="{38BAFBAD-0EA7-411B-B00D-3E361E2CACFE}" type="parTrans" cxnId="{E49BD2DE-D3A7-4F0C-AC74-D7EA2C2DF315}">
      <dgm:prSet/>
      <dgm:spPr/>
      <dgm:t>
        <a:bodyPr/>
        <a:lstStyle/>
        <a:p>
          <a:endParaRPr lang="en-US"/>
        </a:p>
      </dgm:t>
    </dgm:pt>
    <dgm:pt modelId="{193840F7-4B1F-46B8-8D6E-1DE2680F9443}" type="sibTrans" cxnId="{E49BD2DE-D3A7-4F0C-AC74-D7EA2C2DF315}">
      <dgm:prSet/>
      <dgm:spPr/>
      <dgm:t>
        <a:bodyPr/>
        <a:lstStyle/>
        <a:p>
          <a:endParaRPr lang="en-US"/>
        </a:p>
      </dgm:t>
    </dgm:pt>
    <dgm:pt modelId="{5AE32456-2239-42E6-8D64-C72F4A68A708}" type="pres">
      <dgm:prSet presAssocID="{EA8593E7-5A75-4C05-9AC8-4FDA090ECD8E}" presName="linear" presStyleCnt="0">
        <dgm:presLayoutVars>
          <dgm:animLvl val="lvl"/>
          <dgm:resizeHandles val="exact"/>
        </dgm:presLayoutVars>
      </dgm:prSet>
      <dgm:spPr/>
    </dgm:pt>
    <dgm:pt modelId="{845B187B-8E4A-4F39-9050-6892CCB118FA}" type="pres">
      <dgm:prSet presAssocID="{73C866F4-7394-4BC9-9FCA-4A09635389C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8A1062E-BB3E-4A70-B4F9-113C36F62306}" type="pres">
      <dgm:prSet presAssocID="{73C866F4-7394-4BC9-9FCA-4A09635389CA}" presName="childText" presStyleLbl="revTx" presStyleIdx="0" presStyleCnt="3">
        <dgm:presLayoutVars>
          <dgm:bulletEnabled val="1"/>
        </dgm:presLayoutVars>
      </dgm:prSet>
      <dgm:spPr/>
    </dgm:pt>
    <dgm:pt modelId="{4E30B314-5DBD-4BE4-ABEC-251A4D9BDBF6}" type="pres">
      <dgm:prSet presAssocID="{6830F7C2-420F-4FB4-9A2D-43456BD8B10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0B3C60F-57A9-4EBD-A076-C9C01855948A}" type="pres">
      <dgm:prSet presAssocID="{6830F7C2-420F-4FB4-9A2D-43456BD8B10D}" presName="childText" presStyleLbl="revTx" presStyleIdx="1" presStyleCnt="3">
        <dgm:presLayoutVars>
          <dgm:bulletEnabled val="1"/>
        </dgm:presLayoutVars>
      </dgm:prSet>
      <dgm:spPr/>
    </dgm:pt>
    <dgm:pt modelId="{111B5C55-3FA8-454B-B349-A22AABA65B06}" type="pres">
      <dgm:prSet presAssocID="{F4F5F9F9-B7C3-446D-9C6A-B88A9FE96C8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9694931-7F3B-42E7-89BD-D1A9AD906747}" type="pres">
      <dgm:prSet presAssocID="{F4F5F9F9-B7C3-446D-9C6A-B88A9FE96C88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BC5E7006-7C7F-43EB-A5FA-CDDB109E6224}" type="presOf" srcId="{5A25590F-3E72-48C2-9968-2F4BEAF46878}" destId="{70B3C60F-57A9-4EBD-A076-C9C01855948A}" srcOrd="0" destOrd="0" presId="urn:microsoft.com/office/officeart/2005/8/layout/vList2"/>
    <dgm:cxn modelId="{4DF2DC18-ECA8-4EC3-90F4-BD20C08984D0}" srcId="{73C866F4-7394-4BC9-9FCA-4A09635389CA}" destId="{BAB9CA08-AB68-432F-AD1B-E88B4C829573}" srcOrd="1" destOrd="0" parTransId="{26DFB8B3-98BF-42F6-8D9F-1BFB2B246A74}" sibTransId="{35BD609F-A9ED-496D-8D70-574B4B26FD0D}"/>
    <dgm:cxn modelId="{C0E40E24-1FBC-4602-97A5-F26E7773A64D}" type="presOf" srcId="{F4F5F9F9-B7C3-446D-9C6A-B88A9FE96C88}" destId="{111B5C55-3FA8-454B-B349-A22AABA65B06}" srcOrd="0" destOrd="0" presId="urn:microsoft.com/office/officeart/2005/8/layout/vList2"/>
    <dgm:cxn modelId="{4EA7E724-5A6E-44A3-A2A1-1B1BB682428C}" srcId="{73C866F4-7394-4BC9-9FCA-4A09635389CA}" destId="{F9ACF9F3-340C-4769-983B-5B5EFD4CD698}" srcOrd="0" destOrd="0" parTransId="{9E745431-2303-4E64-81D4-F3D90C0F7F78}" sibTransId="{575F300B-CE68-4933-A527-2E5454EF02A9}"/>
    <dgm:cxn modelId="{95D5F13A-716A-4DC3-A689-A3F243D0933D}" type="presOf" srcId="{8C1D641C-07A9-494F-A11C-E74B922D5087}" destId="{49694931-7F3B-42E7-89BD-D1A9AD906747}" srcOrd="0" destOrd="1" presId="urn:microsoft.com/office/officeart/2005/8/layout/vList2"/>
    <dgm:cxn modelId="{749F2B3C-F558-47DF-86F5-6AF4238B4CDA}" srcId="{F4F5F9F9-B7C3-446D-9C6A-B88A9FE96C88}" destId="{8C1D641C-07A9-494F-A11C-E74B922D5087}" srcOrd="1" destOrd="0" parTransId="{DD6723B6-81B8-4E5C-A2DB-3332FF3F28CC}" sibTransId="{9E22741B-2630-415C-B853-E538244E5C3B}"/>
    <dgm:cxn modelId="{D7AFD861-E4E1-4A47-89B6-71A76FC8512A}" srcId="{6830F7C2-420F-4FB4-9A2D-43456BD8B10D}" destId="{5A25590F-3E72-48C2-9968-2F4BEAF46878}" srcOrd="0" destOrd="0" parTransId="{81F87DD7-FD65-4C20-8BD3-3190293D9DBA}" sibTransId="{35C9A9FE-6BEF-41B2-ADCA-8C9A4EFCCE1A}"/>
    <dgm:cxn modelId="{DDD4A149-4686-4C4F-B4A4-35BC0574451C}" srcId="{EA8593E7-5A75-4C05-9AC8-4FDA090ECD8E}" destId="{F4F5F9F9-B7C3-446D-9C6A-B88A9FE96C88}" srcOrd="2" destOrd="0" parTransId="{E4B56DB2-6A88-4C69-BFA9-8960B796C7EF}" sibTransId="{0EEDCD15-93CF-40B9-B035-B7C9A4994890}"/>
    <dgm:cxn modelId="{40EE204D-3491-473A-9885-C62C3616D8BA}" type="presOf" srcId="{6830F7C2-420F-4FB4-9A2D-43456BD8B10D}" destId="{4E30B314-5DBD-4BE4-ABEC-251A4D9BDBF6}" srcOrd="0" destOrd="0" presId="urn:microsoft.com/office/officeart/2005/8/layout/vList2"/>
    <dgm:cxn modelId="{EC244A4E-269B-41E4-B730-CED041EAF0CF}" type="presOf" srcId="{EA8593E7-5A75-4C05-9AC8-4FDA090ECD8E}" destId="{5AE32456-2239-42E6-8D64-C72F4A68A708}" srcOrd="0" destOrd="0" presId="urn:microsoft.com/office/officeart/2005/8/layout/vList2"/>
    <dgm:cxn modelId="{88F58356-8078-4351-B355-745CF4FBAF66}" srcId="{6830F7C2-420F-4FB4-9A2D-43456BD8B10D}" destId="{D08B62E0-3AAF-47C4-9C10-004AB11452AA}" srcOrd="1" destOrd="0" parTransId="{6E1198BA-578F-4EA8-9780-2F269A44CE05}" sibTransId="{54AA21B1-BF32-49D2-9253-E6BA54592434}"/>
    <dgm:cxn modelId="{AA72368E-1517-4DDF-BF28-ADB0D8151A32}" type="presOf" srcId="{D08B62E0-3AAF-47C4-9C10-004AB11452AA}" destId="{70B3C60F-57A9-4EBD-A076-C9C01855948A}" srcOrd="0" destOrd="1" presId="urn:microsoft.com/office/officeart/2005/8/layout/vList2"/>
    <dgm:cxn modelId="{58F97694-177A-435D-8BE2-D8161EC1DE8B}" type="presOf" srcId="{6446C9EE-1DB4-44ED-94B2-7ACD8FACB9B1}" destId="{49694931-7F3B-42E7-89BD-D1A9AD906747}" srcOrd="0" destOrd="2" presId="urn:microsoft.com/office/officeart/2005/8/layout/vList2"/>
    <dgm:cxn modelId="{61406499-AE0E-49E3-816B-FE3F10F68531}" srcId="{EA8593E7-5A75-4C05-9AC8-4FDA090ECD8E}" destId="{6830F7C2-420F-4FB4-9A2D-43456BD8B10D}" srcOrd="1" destOrd="0" parTransId="{0D60E8F8-F9F0-47C0-AD87-FE1895B9197D}" sibTransId="{4F74447F-6F84-4DAB-9257-C3F867EA5E5F}"/>
    <dgm:cxn modelId="{548E13AF-69C3-49A4-99B2-11AA766AA503}" type="presOf" srcId="{851CD22D-6FBC-44E7-9B9A-89847C825929}" destId="{49694931-7F3B-42E7-89BD-D1A9AD906747}" srcOrd="0" destOrd="0" presId="urn:microsoft.com/office/officeart/2005/8/layout/vList2"/>
    <dgm:cxn modelId="{988D25BC-CAD3-48B5-BD9A-745A9C47340B}" type="presOf" srcId="{73C866F4-7394-4BC9-9FCA-4A09635389CA}" destId="{845B187B-8E4A-4F39-9050-6892CCB118FA}" srcOrd="0" destOrd="0" presId="urn:microsoft.com/office/officeart/2005/8/layout/vList2"/>
    <dgm:cxn modelId="{F9D9F6C3-382C-4E5B-8C0D-371D3BE65AC2}" type="presOf" srcId="{F9ACF9F3-340C-4769-983B-5B5EFD4CD698}" destId="{B8A1062E-BB3E-4A70-B4F9-113C36F62306}" srcOrd="0" destOrd="0" presId="urn:microsoft.com/office/officeart/2005/8/layout/vList2"/>
    <dgm:cxn modelId="{B8F367D6-7B8E-45B2-A264-3F2CA53C93CD}" type="presOf" srcId="{BAB9CA08-AB68-432F-AD1B-E88B4C829573}" destId="{B8A1062E-BB3E-4A70-B4F9-113C36F62306}" srcOrd="0" destOrd="1" presId="urn:microsoft.com/office/officeart/2005/8/layout/vList2"/>
    <dgm:cxn modelId="{4FA25EDE-9570-4F20-AED8-025A4A0647AF}" srcId="{F4F5F9F9-B7C3-446D-9C6A-B88A9FE96C88}" destId="{851CD22D-6FBC-44E7-9B9A-89847C825929}" srcOrd="0" destOrd="0" parTransId="{18B60F06-B680-4D37-A255-F06A78016997}" sibTransId="{7E12CC63-5DB8-4E83-A812-0392D03A200C}"/>
    <dgm:cxn modelId="{E49BD2DE-D3A7-4F0C-AC74-D7EA2C2DF315}" srcId="{F4F5F9F9-B7C3-446D-9C6A-B88A9FE96C88}" destId="{6446C9EE-1DB4-44ED-94B2-7ACD8FACB9B1}" srcOrd="2" destOrd="0" parTransId="{38BAFBAD-0EA7-411B-B00D-3E361E2CACFE}" sibTransId="{193840F7-4B1F-46B8-8D6E-1DE2680F9443}"/>
    <dgm:cxn modelId="{DB79CDF1-A885-422C-BDC0-A08BA57D30C8}" srcId="{EA8593E7-5A75-4C05-9AC8-4FDA090ECD8E}" destId="{73C866F4-7394-4BC9-9FCA-4A09635389CA}" srcOrd="0" destOrd="0" parTransId="{33660B94-D8B5-4AAD-A57C-9A19937DADBF}" sibTransId="{A857CC3F-A232-4363-94B2-B344BE1CB920}"/>
    <dgm:cxn modelId="{1CD937DA-BFDC-4DC4-9820-A3FCC5EB2602}" type="presParOf" srcId="{5AE32456-2239-42E6-8D64-C72F4A68A708}" destId="{845B187B-8E4A-4F39-9050-6892CCB118FA}" srcOrd="0" destOrd="0" presId="urn:microsoft.com/office/officeart/2005/8/layout/vList2"/>
    <dgm:cxn modelId="{FBE64A3D-4414-433F-A09E-507482756CB6}" type="presParOf" srcId="{5AE32456-2239-42E6-8D64-C72F4A68A708}" destId="{B8A1062E-BB3E-4A70-B4F9-113C36F62306}" srcOrd="1" destOrd="0" presId="urn:microsoft.com/office/officeart/2005/8/layout/vList2"/>
    <dgm:cxn modelId="{4EB10B4B-DD74-4898-8FA5-51BBCF9A4B0D}" type="presParOf" srcId="{5AE32456-2239-42E6-8D64-C72F4A68A708}" destId="{4E30B314-5DBD-4BE4-ABEC-251A4D9BDBF6}" srcOrd="2" destOrd="0" presId="urn:microsoft.com/office/officeart/2005/8/layout/vList2"/>
    <dgm:cxn modelId="{D8B11E0A-335E-437A-A850-2791F409EAAE}" type="presParOf" srcId="{5AE32456-2239-42E6-8D64-C72F4A68A708}" destId="{70B3C60F-57A9-4EBD-A076-C9C01855948A}" srcOrd="3" destOrd="0" presId="urn:microsoft.com/office/officeart/2005/8/layout/vList2"/>
    <dgm:cxn modelId="{1F2402AC-DDA2-4508-9391-2C3154F64352}" type="presParOf" srcId="{5AE32456-2239-42E6-8D64-C72F4A68A708}" destId="{111B5C55-3FA8-454B-B349-A22AABA65B06}" srcOrd="4" destOrd="0" presId="urn:microsoft.com/office/officeart/2005/8/layout/vList2"/>
    <dgm:cxn modelId="{E40D3622-F9D3-4853-A281-164F05400E6F}" type="presParOf" srcId="{5AE32456-2239-42E6-8D64-C72F4A68A708}" destId="{49694931-7F3B-42E7-89BD-D1A9AD906747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9F37A3-4B52-429C-8BEF-FAF71AC437E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25B65B9-DF6F-4F92-8D4B-473C5C6C217F}">
      <dgm:prSet/>
      <dgm:spPr/>
      <dgm:t>
        <a:bodyPr/>
        <a:lstStyle/>
        <a:p>
          <a:pPr>
            <a:defRPr b="1"/>
          </a:pPr>
          <a:r>
            <a:rPr lang="en-US" b="1"/>
            <a:t>Handling Issues:</a:t>
          </a:r>
          <a:endParaRPr lang="en-US"/>
        </a:p>
      </dgm:t>
    </dgm:pt>
    <dgm:pt modelId="{0B71250F-F838-4C13-9510-D1CDCBCC5A4C}" type="parTrans" cxnId="{B661A629-5723-4C27-89CA-50121B9FF4B2}">
      <dgm:prSet/>
      <dgm:spPr/>
      <dgm:t>
        <a:bodyPr/>
        <a:lstStyle/>
        <a:p>
          <a:endParaRPr lang="en-US"/>
        </a:p>
      </dgm:t>
    </dgm:pt>
    <dgm:pt modelId="{246FF437-926A-46CA-8239-48118B489195}" type="sibTrans" cxnId="{B661A629-5723-4C27-89CA-50121B9FF4B2}">
      <dgm:prSet/>
      <dgm:spPr/>
      <dgm:t>
        <a:bodyPr/>
        <a:lstStyle/>
        <a:p>
          <a:endParaRPr lang="en-US"/>
        </a:p>
      </dgm:t>
    </dgm:pt>
    <dgm:pt modelId="{DF0A0ECF-AEC4-4029-9EA6-D4EB88CF8138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Removed records with missing or zero fares/times</a:t>
          </a:r>
        </a:p>
      </dgm:t>
    </dgm:pt>
    <dgm:pt modelId="{E4D78141-0D57-46F4-BE2D-F34B28F0146A}" type="parTrans" cxnId="{41D470BB-C666-4F53-8FB5-4B8822CEC71B}">
      <dgm:prSet/>
      <dgm:spPr/>
      <dgm:t>
        <a:bodyPr/>
        <a:lstStyle/>
        <a:p>
          <a:endParaRPr lang="en-US"/>
        </a:p>
      </dgm:t>
    </dgm:pt>
    <dgm:pt modelId="{EF750CD2-2748-4D2D-AC64-92DAD1B86648}" type="sibTrans" cxnId="{41D470BB-C666-4F53-8FB5-4B8822CEC71B}">
      <dgm:prSet/>
      <dgm:spPr/>
      <dgm:t>
        <a:bodyPr/>
        <a:lstStyle/>
        <a:p>
          <a:endParaRPr lang="en-US"/>
        </a:p>
      </dgm:t>
    </dgm:pt>
    <dgm:pt modelId="{85BECF76-BEEE-4B47-9E54-16D72A74F9FF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Filtered outliers based on distance and trip duration</a:t>
          </a:r>
        </a:p>
      </dgm:t>
    </dgm:pt>
    <dgm:pt modelId="{9865D93B-5272-4E8C-9BEF-CD2AB43180CF}" type="parTrans" cxnId="{93ACB348-2D1B-4A99-96DE-CD917A1CB9D0}">
      <dgm:prSet/>
      <dgm:spPr/>
      <dgm:t>
        <a:bodyPr/>
        <a:lstStyle/>
        <a:p>
          <a:endParaRPr lang="en-US"/>
        </a:p>
      </dgm:t>
    </dgm:pt>
    <dgm:pt modelId="{A1A95CD8-1DFB-424E-9750-D42B3867D604}" type="sibTrans" cxnId="{93ACB348-2D1B-4A99-96DE-CD917A1CB9D0}">
      <dgm:prSet/>
      <dgm:spPr/>
      <dgm:t>
        <a:bodyPr/>
        <a:lstStyle/>
        <a:p>
          <a:endParaRPr lang="en-US"/>
        </a:p>
      </dgm:t>
    </dgm:pt>
    <dgm:pt modelId="{CD9DC318-E4F6-4B73-A769-6473CDCCFC8A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Standardized datetime and location formats</a:t>
          </a:r>
        </a:p>
      </dgm:t>
    </dgm:pt>
    <dgm:pt modelId="{37165F6C-ACF3-451F-A61B-A911F9EECA29}" type="parTrans" cxnId="{BA9B3922-59BD-439A-90CC-94AF0A106B45}">
      <dgm:prSet/>
      <dgm:spPr/>
      <dgm:t>
        <a:bodyPr/>
        <a:lstStyle/>
        <a:p>
          <a:endParaRPr lang="en-US"/>
        </a:p>
      </dgm:t>
    </dgm:pt>
    <dgm:pt modelId="{2B62FE45-F660-4172-A91D-E88659E39296}" type="sibTrans" cxnId="{BA9B3922-59BD-439A-90CC-94AF0A106B45}">
      <dgm:prSet/>
      <dgm:spPr/>
      <dgm:t>
        <a:bodyPr/>
        <a:lstStyle/>
        <a:p>
          <a:endParaRPr lang="en-US"/>
        </a:p>
      </dgm:t>
    </dgm:pt>
    <dgm:pt modelId="{1D79F7D2-E2BA-4C68-BE4E-6A7B2E2B7F44}">
      <dgm:prSet/>
      <dgm:spPr/>
      <dgm:t>
        <a:bodyPr/>
        <a:lstStyle/>
        <a:p>
          <a:pPr>
            <a:defRPr b="1"/>
          </a:pPr>
          <a:r>
            <a:rPr lang="en-US" b="1"/>
            <a:t>Feature Engineering:</a:t>
          </a:r>
          <a:endParaRPr lang="en-US"/>
        </a:p>
      </dgm:t>
    </dgm:pt>
    <dgm:pt modelId="{89CB6750-1222-401F-8E06-906689AE43F3}" type="parTrans" cxnId="{BF9D94B7-7202-49B4-B633-A4B3328B306A}">
      <dgm:prSet/>
      <dgm:spPr/>
      <dgm:t>
        <a:bodyPr/>
        <a:lstStyle/>
        <a:p>
          <a:endParaRPr lang="en-US"/>
        </a:p>
      </dgm:t>
    </dgm:pt>
    <dgm:pt modelId="{70E45F07-F535-4AD0-960D-BF8EAB867E21}" type="sibTrans" cxnId="{BF9D94B7-7202-49B4-B633-A4B3328B306A}">
      <dgm:prSet/>
      <dgm:spPr/>
      <dgm:t>
        <a:bodyPr/>
        <a:lstStyle/>
        <a:p>
          <a:endParaRPr lang="en-US"/>
        </a:p>
      </dgm:t>
    </dgm:pt>
    <dgm:pt modelId="{DC99E856-B091-4357-8F72-70CCECAFDDF4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Extracted day, hour, and weekday from timestamps</a:t>
          </a:r>
        </a:p>
      </dgm:t>
    </dgm:pt>
    <dgm:pt modelId="{63F1F8C7-B702-4607-A637-D43A3BBBB1BB}" type="parTrans" cxnId="{31DA3D3A-E1DF-4D19-B5A1-1FF7824ABABA}">
      <dgm:prSet/>
      <dgm:spPr/>
      <dgm:t>
        <a:bodyPr/>
        <a:lstStyle/>
        <a:p>
          <a:endParaRPr lang="en-US"/>
        </a:p>
      </dgm:t>
    </dgm:pt>
    <dgm:pt modelId="{1F290885-E737-40B8-A348-E04D507D7F14}" type="sibTrans" cxnId="{31DA3D3A-E1DF-4D19-B5A1-1FF7824ABABA}">
      <dgm:prSet/>
      <dgm:spPr/>
      <dgm:t>
        <a:bodyPr/>
        <a:lstStyle/>
        <a:p>
          <a:endParaRPr lang="en-US"/>
        </a:p>
      </dgm:t>
    </dgm:pt>
    <dgm:pt modelId="{6A7F5444-40A2-4EEA-9DA8-1CAF22CE7DE4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Added weather and traffic features</a:t>
          </a:r>
        </a:p>
      </dgm:t>
    </dgm:pt>
    <dgm:pt modelId="{42D6228F-9A64-4A0F-B081-701BFFF29E4D}" type="parTrans" cxnId="{A8BDDF8A-F144-46B4-934F-A8D03530A22B}">
      <dgm:prSet/>
      <dgm:spPr/>
      <dgm:t>
        <a:bodyPr/>
        <a:lstStyle/>
        <a:p>
          <a:endParaRPr lang="en-US"/>
        </a:p>
      </dgm:t>
    </dgm:pt>
    <dgm:pt modelId="{4ED8F15C-1C45-439A-A453-35C01A1E4435}" type="sibTrans" cxnId="{A8BDDF8A-F144-46B4-934F-A8D03530A22B}">
      <dgm:prSet/>
      <dgm:spPr/>
      <dgm:t>
        <a:bodyPr/>
        <a:lstStyle/>
        <a:p>
          <a:endParaRPr lang="en-US"/>
        </a:p>
      </dgm:t>
    </dgm:pt>
    <dgm:pt modelId="{9F66C11F-C2B1-4DCA-A13A-115DF6526C1F}">
      <dgm:prSet/>
      <dgm:spPr/>
      <dgm:t>
        <a:bodyPr/>
        <a:lstStyle/>
        <a:p>
          <a:pPr>
            <a:defRPr b="1"/>
          </a:pPr>
          <a:r>
            <a:rPr lang="en-US" b="1"/>
            <a:t>Tools Used:</a:t>
          </a:r>
          <a:endParaRPr lang="en-US"/>
        </a:p>
      </dgm:t>
    </dgm:pt>
    <dgm:pt modelId="{55A888EE-5C69-4384-90D0-28C2EA67ACC5}" type="parTrans" cxnId="{44A2F135-6FFB-4BA9-B221-212930CD86B0}">
      <dgm:prSet/>
      <dgm:spPr/>
      <dgm:t>
        <a:bodyPr/>
        <a:lstStyle/>
        <a:p>
          <a:endParaRPr lang="en-US"/>
        </a:p>
      </dgm:t>
    </dgm:pt>
    <dgm:pt modelId="{414C6F37-621D-4BC7-A499-54FB65DC4B46}" type="sibTrans" cxnId="{44A2F135-6FFB-4BA9-B221-212930CD86B0}">
      <dgm:prSet/>
      <dgm:spPr/>
      <dgm:t>
        <a:bodyPr/>
        <a:lstStyle/>
        <a:p>
          <a:endParaRPr lang="en-US"/>
        </a:p>
      </dgm:t>
    </dgm:pt>
    <dgm:pt modelId="{D6C94EB5-B907-40D5-8E5C-B68EAC15CE7F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Python, Pandas, NumPy, Scikit-learn</a:t>
          </a:r>
        </a:p>
      </dgm:t>
    </dgm:pt>
    <dgm:pt modelId="{AA6DC8B6-9427-47E4-B558-29B4C356DA29}" type="parTrans" cxnId="{1888A3EC-F5D1-44E3-A48B-7071EA0D342B}">
      <dgm:prSet/>
      <dgm:spPr/>
      <dgm:t>
        <a:bodyPr/>
        <a:lstStyle/>
        <a:p>
          <a:endParaRPr lang="en-US"/>
        </a:p>
      </dgm:t>
    </dgm:pt>
    <dgm:pt modelId="{F85A36FF-B74A-4A37-A7F0-9B6322C908D0}" type="sibTrans" cxnId="{1888A3EC-F5D1-44E3-A48B-7071EA0D342B}">
      <dgm:prSet/>
      <dgm:spPr/>
      <dgm:t>
        <a:bodyPr/>
        <a:lstStyle/>
        <a:p>
          <a:endParaRPr lang="en-US"/>
        </a:p>
      </dgm:t>
    </dgm:pt>
    <dgm:pt modelId="{F332E901-6579-4F02-8ACB-5ACCAE991BAB}" type="pres">
      <dgm:prSet presAssocID="{0C9F37A3-4B52-429C-8BEF-FAF71AC437E1}" presName="root" presStyleCnt="0">
        <dgm:presLayoutVars>
          <dgm:dir/>
          <dgm:resizeHandles val="exact"/>
        </dgm:presLayoutVars>
      </dgm:prSet>
      <dgm:spPr/>
    </dgm:pt>
    <dgm:pt modelId="{3F54698C-1C50-45BF-8A0A-7B0A5AD63B65}" type="pres">
      <dgm:prSet presAssocID="{B25B65B9-DF6F-4F92-8D4B-473C5C6C217F}" presName="compNode" presStyleCnt="0"/>
      <dgm:spPr/>
    </dgm:pt>
    <dgm:pt modelId="{9A5AF494-5454-4658-BFD0-42CCD05CED6A}" type="pres">
      <dgm:prSet presAssocID="{B25B65B9-DF6F-4F92-8D4B-473C5C6C217F}" presName="iconRect" presStyleLbl="node1" presStyleIdx="0" presStyleCnt="3" custScaleX="80501" custScaleY="10262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27C0497-5408-41F8-9C26-A24FFFC99A75}" type="pres">
      <dgm:prSet presAssocID="{B25B65B9-DF6F-4F92-8D4B-473C5C6C217F}" presName="iconSpace" presStyleCnt="0"/>
      <dgm:spPr/>
    </dgm:pt>
    <dgm:pt modelId="{8EAE68EE-3CBD-4993-A1EB-23556F1E315F}" type="pres">
      <dgm:prSet presAssocID="{B25B65B9-DF6F-4F92-8D4B-473C5C6C217F}" presName="parTx" presStyleLbl="revTx" presStyleIdx="0" presStyleCnt="6">
        <dgm:presLayoutVars>
          <dgm:chMax val="0"/>
          <dgm:chPref val="0"/>
        </dgm:presLayoutVars>
      </dgm:prSet>
      <dgm:spPr/>
    </dgm:pt>
    <dgm:pt modelId="{FC6F5C45-D5E3-43B8-859D-4CA5A99E84A9}" type="pres">
      <dgm:prSet presAssocID="{B25B65B9-DF6F-4F92-8D4B-473C5C6C217F}" presName="txSpace" presStyleCnt="0"/>
      <dgm:spPr/>
    </dgm:pt>
    <dgm:pt modelId="{F80BDB88-0440-4090-9734-B5D5BE7DFEC8}" type="pres">
      <dgm:prSet presAssocID="{B25B65B9-DF6F-4F92-8D4B-473C5C6C217F}" presName="desTx" presStyleLbl="revTx" presStyleIdx="1" presStyleCnt="6" custScaleX="143979">
        <dgm:presLayoutVars/>
      </dgm:prSet>
      <dgm:spPr/>
    </dgm:pt>
    <dgm:pt modelId="{C1BE15A0-9472-4803-AA33-49B4931BFE6B}" type="pres">
      <dgm:prSet presAssocID="{246FF437-926A-46CA-8239-48118B489195}" presName="sibTrans" presStyleCnt="0"/>
      <dgm:spPr/>
    </dgm:pt>
    <dgm:pt modelId="{DDA3EE3C-37CE-4F1E-8A82-B1A7D14DEDCB}" type="pres">
      <dgm:prSet presAssocID="{1D79F7D2-E2BA-4C68-BE4E-6A7B2E2B7F44}" presName="compNode" presStyleCnt="0"/>
      <dgm:spPr/>
    </dgm:pt>
    <dgm:pt modelId="{CBF89800-7893-41AD-A42E-53628E05B21E}" type="pres">
      <dgm:prSet presAssocID="{1D79F7D2-E2BA-4C68-BE4E-6A7B2E2B7F4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78BC0B57-F4E1-47D6-97D0-77C7FBDEDAC4}" type="pres">
      <dgm:prSet presAssocID="{1D79F7D2-E2BA-4C68-BE4E-6A7B2E2B7F44}" presName="iconSpace" presStyleCnt="0"/>
      <dgm:spPr/>
    </dgm:pt>
    <dgm:pt modelId="{E01055AE-E83B-44BE-BA8D-EFAEFD447C97}" type="pres">
      <dgm:prSet presAssocID="{1D79F7D2-E2BA-4C68-BE4E-6A7B2E2B7F44}" presName="parTx" presStyleLbl="revTx" presStyleIdx="2" presStyleCnt="6">
        <dgm:presLayoutVars>
          <dgm:chMax val="0"/>
          <dgm:chPref val="0"/>
        </dgm:presLayoutVars>
      </dgm:prSet>
      <dgm:spPr/>
    </dgm:pt>
    <dgm:pt modelId="{8CFC25EF-3F8D-4EFD-A872-4590A6CF6942}" type="pres">
      <dgm:prSet presAssocID="{1D79F7D2-E2BA-4C68-BE4E-6A7B2E2B7F44}" presName="txSpace" presStyleCnt="0"/>
      <dgm:spPr/>
    </dgm:pt>
    <dgm:pt modelId="{073A852A-1E22-4C69-BB10-9B5EB8115AE3}" type="pres">
      <dgm:prSet presAssocID="{1D79F7D2-E2BA-4C68-BE4E-6A7B2E2B7F44}" presName="desTx" presStyleLbl="revTx" presStyleIdx="3" presStyleCnt="6">
        <dgm:presLayoutVars/>
      </dgm:prSet>
      <dgm:spPr/>
    </dgm:pt>
    <dgm:pt modelId="{EB571BE7-E30D-44FB-8BBA-DC5F6128D5FD}" type="pres">
      <dgm:prSet presAssocID="{70E45F07-F535-4AD0-960D-BF8EAB867E21}" presName="sibTrans" presStyleCnt="0"/>
      <dgm:spPr/>
    </dgm:pt>
    <dgm:pt modelId="{1DEA1151-DEEB-4365-807F-09AA62283EF5}" type="pres">
      <dgm:prSet presAssocID="{9F66C11F-C2B1-4DCA-A13A-115DF6526C1F}" presName="compNode" presStyleCnt="0"/>
      <dgm:spPr/>
    </dgm:pt>
    <dgm:pt modelId="{BF42BD91-00D8-4CDA-8622-285658528BFE}" type="pres">
      <dgm:prSet presAssocID="{9F66C11F-C2B1-4DCA-A13A-115DF6526C1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0DD0DA4F-498F-49CF-965F-0EF5BDF09794}" type="pres">
      <dgm:prSet presAssocID="{9F66C11F-C2B1-4DCA-A13A-115DF6526C1F}" presName="iconSpace" presStyleCnt="0"/>
      <dgm:spPr/>
    </dgm:pt>
    <dgm:pt modelId="{77FD5EA3-FEF3-4DDC-85E5-45120DFE78EA}" type="pres">
      <dgm:prSet presAssocID="{9F66C11F-C2B1-4DCA-A13A-115DF6526C1F}" presName="parTx" presStyleLbl="revTx" presStyleIdx="4" presStyleCnt="6">
        <dgm:presLayoutVars>
          <dgm:chMax val="0"/>
          <dgm:chPref val="0"/>
        </dgm:presLayoutVars>
      </dgm:prSet>
      <dgm:spPr/>
    </dgm:pt>
    <dgm:pt modelId="{8A8B6968-DBDA-4DCF-94BD-FB838A7D2E29}" type="pres">
      <dgm:prSet presAssocID="{9F66C11F-C2B1-4DCA-A13A-115DF6526C1F}" presName="txSpace" presStyleCnt="0"/>
      <dgm:spPr/>
    </dgm:pt>
    <dgm:pt modelId="{71BEFDA5-B2C8-434A-857C-A57889EACAD3}" type="pres">
      <dgm:prSet presAssocID="{9F66C11F-C2B1-4DCA-A13A-115DF6526C1F}" presName="desTx" presStyleLbl="revTx" presStyleIdx="5" presStyleCnt="6">
        <dgm:presLayoutVars/>
      </dgm:prSet>
      <dgm:spPr/>
    </dgm:pt>
  </dgm:ptLst>
  <dgm:cxnLst>
    <dgm:cxn modelId="{8F950316-1C9A-413C-A479-44FDEE219B5A}" type="presOf" srcId="{DC99E856-B091-4357-8F72-70CCECAFDDF4}" destId="{073A852A-1E22-4C69-BB10-9B5EB8115AE3}" srcOrd="0" destOrd="0" presId="urn:microsoft.com/office/officeart/2018/5/layout/CenteredIconLabelDescriptionList"/>
    <dgm:cxn modelId="{E7CE201C-D923-4E38-A2E9-568DF40F7949}" type="presOf" srcId="{85BECF76-BEEE-4B47-9E54-16D72A74F9FF}" destId="{F80BDB88-0440-4090-9734-B5D5BE7DFEC8}" srcOrd="0" destOrd="1" presId="urn:microsoft.com/office/officeart/2018/5/layout/CenteredIconLabelDescriptionList"/>
    <dgm:cxn modelId="{F32A3D20-4D79-46D0-A87A-2062121F6963}" type="presOf" srcId="{CD9DC318-E4F6-4B73-A769-6473CDCCFC8A}" destId="{F80BDB88-0440-4090-9734-B5D5BE7DFEC8}" srcOrd="0" destOrd="2" presId="urn:microsoft.com/office/officeart/2018/5/layout/CenteredIconLabelDescriptionList"/>
    <dgm:cxn modelId="{E718B821-60B3-4346-AED8-F0D45D37776A}" type="presOf" srcId="{6A7F5444-40A2-4EEA-9DA8-1CAF22CE7DE4}" destId="{073A852A-1E22-4C69-BB10-9B5EB8115AE3}" srcOrd="0" destOrd="1" presId="urn:microsoft.com/office/officeart/2018/5/layout/CenteredIconLabelDescriptionList"/>
    <dgm:cxn modelId="{BA9B3922-59BD-439A-90CC-94AF0A106B45}" srcId="{B25B65B9-DF6F-4F92-8D4B-473C5C6C217F}" destId="{CD9DC318-E4F6-4B73-A769-6473CDCCFC8A}" srcOrd="2" destOrd="0" parTransId="{37165F6C-ACF3-451F-A61B-A911F9EECA29}" sibTransId="{2B62FE45-F660-4172-A91D-E88659E39296}"/>
    <dgm:cxn modelId="{B661A629-5723-4C27-89CA-50121B9FF4B2}" srcId="{0C9F37A3-4B52-429C-8BEF-FAF71AC437E1}" destId="{B25B65B9-DF6F-4F92-8D4B-473C5C6C217F}" srcOrd="0" destOrd="0" parTransId="{0B71250F-F838-4C13-9510-D1CDCBCC5A4C}" sibTransId="{246FF437-926A-46CA-8239-48118B489195}"/>
    <dgm:cxn modelId="{44A2F135-6FFB-4BA9-B221-212930CD86B0}" srcId="{0C9F37A3-4B52-429C-8BEF-FAF71AC437E1}" destId="{9F66C11F-C2B1-4DCA-A13A-115DF6526C1F}" srcOrd="2" destOrd="0" parTransId="{55A888EE-5C69-4384-90D0-28C2EA67ACC5}" sibTransId="{414C6F37-621D-4BC7-A499-54FB65DC4B46}"/>
    <dgm:cxn modelId="{31DA3D3A-E1DF-4D19-B5A1-1FF7824ABABA}" srcId="{1D79F7D2-E2BA-4C68-BE4E-6A7B2E2B7F44}" destId="{DC99E856-B091-4357-8F72-70CCECAFDDF4}" srcOrd="0" destOrd="0" parTransId="{63F1F8C7-B702-4607-A637-D43A3BBBB1BB}" sibTransId="{1F290885-E737-40B8-A348-E04D507D7F14}"/>
    <dgm:cxn modelId="{49634A44-63F3-4CD6-818B-BC75246163C1}" type="presOf" srcId="{1D79F7D2-E2BA-4C68-BE4E-6A7B2E2B7F44}" destId="{E01055AE-E83B-44BE-BA8D-EFAEFD447C97}" srcOrd="0" destOrd="0" presId="urn:microsoft.com/office/officeart/2018/5/layout/CenteredIconLabelDescriptionList"/>
    <dgm:cxn modelId="{93ACB348-2D1B-4A99-96DE-CD917A1CB9D0}" srcId="{B25B65B9-DF6F-4F92-8D4B-473C5C6C217F}" destId="{85BECF76-BEEE-4B47-9E54-16D72A74F9FF}" srcOrd="1" destOrd="0" parTransId="{9865D93B-5272-4E8C-9BEF-CD2AB43180CF}" sibTransId="{A1A95CD8-1DFB-424E-9750-D42B3867D604}"/>
    <dgm:cxn modelId="{862ED24B-1A3B-4465-B775-136F7286E545}" type="presOf" srcId="{9F66C11F-C2B1-4DCA-A13A-115DF6526C1F}" destId="{77FD5EA3-FEF3-4DDC-85E5-45120DFE78EA}" srcOrd="0" destOrd="0" presId="urn:microsoft.com/office/officeart/2018/5/layout/CenteredIconLabelDescriptionList"/>
    <dgm:cxn modelId="{A8BDDF8A-F144-46B4-934F-A8D03530A22B}" srcId="{1D79F7D2-E2BA-4C68-BE4E-6A7B2E2B7F44}" destId="{6A7F5444-40A2-4EEA-9DA8-1CAF22CE7DE4}" srcOrd="1" destOrd="0" parTransId="{42D6228F-9A64-4A0F-B081-701BFFF29E4D}" sibTransId="{4ED8F15C-1C45-439A-A453-35C01A1E4435}"/>
    <dgm:cxn modelId="{1CF62299-8383-477F-83A9-D02B6D1FE945}" type="presOf" srcId="{B25B65B9-DF6F-4F92-8D4B-473C5C6C217F}" destId="{8EAE68EE-3CBD-4993-A1EB-23556F1E315F}" srcOrd="0" destOrd="0" presId="urn:microsoft.com/office/officeart/2018/5/layout/CenteredIconLabelDescriptionList"/>
    <dgm:cxn modelId="{A55BD0A6-986E-434F-8FD5-55BB9D8EC8BE}" type="presOf" srcId="{0C9F37A3-4B52-429C-8BEF-FAF71AC437E1}" destId="{F332E901-6579-4F02-8ACB-5ACCAE991BAB}" srcOrd="0" destOrd="0" presId="urn:microsoft.com/office/officeart/2018/5/layout/CenteredIconLabelDescriptionList"/>
    <dgm:cxn modelId="{BF9D94B7-7202-49B4-B633-A4B3328B306A}" srcId="{0C9F37A3-4B52-429C-8BEF-FAF71AC437E1}" destId="{1D79F7D2-E2BA-4C68-BE4E-6A7B2E2B7F44}" srcOrd="1" destOrd="0" parTransId="{89CB6750-1222-401F-8E06-906689AE43F3}" sibTransId="{70E45F07-F535-4AD0-960D-BF8EAB867E21}"/>
    <dgm:cxn modelId="{41D470BB-C666-4F53-8FB5-4B8822CEC71B}" srcId="{B25B65B9-DF6F-4F92-8D4B-473C5C6C217F}" destId="{DF0A0ECF-AEC4-4029-9EA6-D4EB88CF8138}" srcOrd="0" destOrd="0" parTransId="{E4D78141-0D57-46F4-BE2D-F34B28F0146A}" sibTransId="{EF750CD2-2748-4D2D-AC64-92DAD1B86648}"/>
    <dgm:cxn modelId="{D390F9C0-98AA-4FFB-AA03-608BB9F3CB68}" type="presOf" srcId="{D6C94EB5-B907-40D5-8E5C-B68EAC15CE7F}" destId="{71BEFDA5-B2C8-434A-857C-A57889EACAD3}" srcOrd="0" destOrd="0" presId="urn:microsoft.com/office/officeart/2018/5/layout/CenteredIconLabelDescriptionList"/>
    <dgm:cxn modelId="{A3062BDD-A35E-4089-A4FB-67032F3A0578}" type="presOf" srcId="{DF0A0ECF-AEC4-4029-9EA6-D4EB88CF8138}" destId="{F80BDB88-0440-4090-9734-B5D5BE7DFEC8}" srcOrd="0" destOrd="0" presId="urn:microsoft.com/office/officeart/2018/5/layout/CenteredIconLabelDescriptionList"/>
    <dgm:cxn modelId="{1888A3EC-F5D1-44E3-A48B-7071EA0D342B}" srcId="{9F66C11F-C2B1-4DCA-A13A-115DF6526C1F}" destId="{D6C94EB5-B907-40D5-8E5C-B68EAC15CE7F}" srcOrd="0" destOrd="0" parTransId="{AA6DC8B6-9427-47E4-B558-29B4C356DA29}" sibTransId="{F85A36FF-B74A-4A37-A7F0-9B6322C908D0}"/>
    <dgm:cxn modelId="{7BF4DDF4-4CA6-4559-BD7F-BE82032EC0FE}" type="presParOf" srcId="{F332E901-6579-4F02-8ACB-5ACCAE991BAB}" destId="{3F54698C-1C50-45BF-8A0A-7B0A5AD63B65}" srcOrd="0" destOrd="0" presId="urn:microsoft.com/office/officeart/2018/5/layout/CenteredIconLabelDescriptionList"/>
    <dgm:cxn modelId="{1458188E-6C4E-4E73-8A17-FE5C3C3E9F54}" type="presParOf" srcId="{3F54698C-1C50-45BF-8A0A-7B0A5AD63B65}" destId="{9A5AF494-5454-4658-BFD0-42CCD05CED6A}" srcOrd="0" destOrd="0" presId="urn:microsoft.com/office/officeart/2018/5/layout/CenteredIconLabelDescriptionList"/>
    <dgm:cxn modelId="{CC3F98A1-FA07-4DC7-9D8D-19847D49C08E}" type="presParOf" srcId="{3F54698C-1C50-45BF-8A0A-7B0A5AD63B65}" destId="{427C0497-5408-41F8-9C26-A24FFFC99A75}" srcOrd="1" destOrd="0" presId="urn:microsoft.com/office/officeart/2018/5/layout/CenteredIconLabelDescriptionList"/>
    <dgm:cxn modelId="{56939FC3-8BBC-4888-9808-ECC399D5BB46}" type="presParOf" srcId="{3F54698C-1C50-45BF-8A0A-7B0A5AD63B65}" destId="{8EAE68EE-3CBD-4993-A1EB-23556F1E315F}" srcOrd="2" destOrd="0" presId="urn:microsoft.com/office/officeart/2018/5/layout/CenteredIconLabelDescriptionList"/>
    <dgm:cxn modelId="{0C5849AE-0D84-4E3A-889B-B5AB6FFFD4C2}" type="presParOf" srcId="{3F54698C-1C50-45BF-8A0A-7B0A5AD63B65}" destId="{FC6F5C45-D5E3-43B8-859D-4CA5A99E84A9}" srcOrd="3" destOrd="0" presId="urn:microsoft.com/office/officeart/2018/5/layout/CenteredIconLabelDescriptionList"/>
    <dgm:cxn modelId="{B9CE7E18-9C0D-471E-9352-24F617488EB0}" type="presParOf" srcId="{3F54698C-1C50-45BF-8A0A-7B0A5AD63B65}" destId="{F80BDB88-0440-4090-9734-B5D5BE7DFEC8}" srcOrd="4" destOrd="0" presId="urn:microsoft.com/office/officeart/2018/5/layout/CenteredIconLabelDescriptionList"/>
    <dgm:cxn modelId="{92401E4C-B378-4C52-B886-1879F61441CB}" type="presParOf" srcId="{F332E901-6579-4F02-8ACB-5ACCAE991BAB}" destId="{C1BE15A0-9472-4803-AA33-49B4931BFE6B}" srcOrd="1" destOrd="0" presId="urn:microsoft.com/office/officeart/2018/5/layout/CenteredIconLabelDescriptionList"/>
    <dgm:cxn modelId="{6D3BC07E-FD5A-43C2-9159-F69804A02A26}" type="presParOf" srcId="{F332E901-6579-4F02-8ACB-5ACCAE991BAB}" destId="{DDA3EE3C-37CE-4F1E-8A82-B1A7D14DEDCB}" srcOrd="2" destOrd="0" presId="urn:microsoft.com/office/officeart/2018/5/layout/CenteredIconLabelDescriptionList"/>
    <dgm:cxn modelId="{D506A87E-B1E4-48D7-85B1-79DD2C1893D1}" type="presParOf" srcId="{DDA3EE3C-37CE-4F1E-8A82-B1A7D14DEDCB}" destId="{CBF89800-7893-41AD-A42E-53628E05B21E}" srcOrd="0" destOrd="0" presId="urn:microsoft.com/office/officeart/2018/5/layout/CenteredIconLabelDescriptionList"/>
    <dgm:cxn modelId="{94FA3C6B-21DF-409B-993C-EF08AB592842}" type="presParOf" srcId="{DDA3EE3C-37CE-4F1E-8A82-B1A7D14DEDCB}" destId="{78BC0B57-F4E1-47D6-97D0-77C7FBDEDAC4}" srcOrd="1" destOrd="0" presId="urn:microsoft.com/office/officeart/2018/5/layout/CenteredIconLabelDescriptionList"/>
    <dgm:cxn modelId="{772580CB-A876-45D3-91E4-648F284845EC}" type="presParOf" srcId="{DDA3EE3C-37CE-4F1E-8A82-B1A7D14DEDCB}" destId="{E01055AE-E83B-44BE-BA8D-EFAEFD447C97}" srcOrd="2" destOrd="0" presId="urn:microsoft.com/office/officeart/2018/5/layout/CenteredIconLabelDescriptionList"/>
    <dgm:cxn modelId="{D4A6593E-7288-4B8C-8DC8-E36B0E654670}" type="presParOf" srcId="{DDA3EE3C-37CE-4F1E-8A82-B1A7D14DEDCB}" destId="{8CFC25EF-3F8D-4EFD-A872-4590A6CF6942}" srcOrd="3" destOrd="0" presId="urn:microsoft.com/office/officeart/2018/5/layout/CenteredIconLabelDescriptionList"/>
    <dgm:cxn modelId="{4C7E81A4-4FAA-4B1E-AB9E-29D9C50DC31C}" type="presParOf" srcId="{DDA3EE3C-37CE-4F1E-8A82-B1A7D14DEDCB}" destId="{073A852A-1E22-4C69-BB10-9B5EB8115AE3}" srcOrd="4" destOrd="0" presId="urn:microsoft.com/office/officeart/2018/5/layout/CenteredIconLabelDescriptionList"/>
    <dgm:cxn modelId="{B7E62CC4-41B3-40AC-AAF1-4D054D7D7202}" type="presParOf" srcId="{F332E901-6579-4F02-8ACB-5ACCAE991BAB}" destId="{EB571BE7-E30D-44FB-8BBA-DC5F6128D5FD}" srcOrd="3" destOrd="0" presId="urn:microsoft.com/office/officeart/2018/5/layout/CenteredIconLabelDescriptionList"/>
    <dgm:cxn modelId="{D14A24E6-2F9E-4B54-B137-B4E962132BA4}" type="presParOf" srcId="{F332E901-6579-4F02-8ACB-5ACCAE991BAB}" destId="{1DEA1151-DEEB-4365-807F-09AA62283EF5}" srcOrd="4" destOrd="0" presId="urn:microsoft.com/office/officeart/2018/5/layout/CenteredIconLabelDescriptionList"/>
    <dgm:cxn modelId="{02CC1592-7224-44B7-9BC8-4F76B367E0EF}" type="presParOf" srcId="{1DEA1151-DEEB-4365-807F-09AA62283EF5}" destId="{BF42BD91-00D8-4CDA-8622-285658528BFE}" srcOrd="0" destOrd="0" presId="urn:microsoft.com/office/officeart/2018/5/layout/CenteredIconLabelDescriptionList"/>
    <dgm:cxn modelId="{EA8FD1E6-F2D9-4240-A20D-6C2E64DFA074}" type="presParOf" srcId="{1DEA1151-DEEB-4365-807F-09AA62283EF5}" destId="{0DD0DA4F-498F-49CF-965F-0EF5BDF09794}" srcOrd="1" destOrd="0" presId="urn:microsoft.com/office/officeart/2018/5/layout/CenteredIconLabelDescriptionList"/>
    <dgm:cxn modelId="{A251193A-3CAD-4D29-A4AC-E45A66A8FF9C}" type="presParOf" srcId="{1DEA1151-DEEB-4365-807F-09AA62283EF5}" destId="{77FD5EA3-FEF3-4DDC-85E5-45120DFE78EA}" srcOrd="2" destOrd="0" presId="urn:microsoft.com/office/officeart/2018/5/layout/CenteredIconLabelDescriptionList"/>
    <dgm:cxn modelId="{4E7CEE1B-767C-4116-AFE8-167A4C3704EA}" type="presParOf" srcId="{1DEA1151-DEEB-4365-807F-09AA62283EF5}" destId="{8A8B6968-DBDA-4DCF-94BD-FB838A7D2E29}" srcOrd="3" destOrd="0" presId="urn:microsoft.com/office/officeart/2018/5/layout/CenteredIconLabelDescriptionList"/>
    <dgm:cxn modelId="{F1840BF2-BBCD-4C78-9E22-8560082F9AD7}" type="presParOf" srcId="{1DEA1151-DEEB-4365-807F-09AA62283EF5}" destId="{71BEFDA5-B2C8-434A-857C-A57889EACAD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99A4ADC-F7B7-4D66-9FE9-BC62020C5FE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8B3AB6F-D6F3-4121-8107-9A9119790D25}">
      <dgm:prSet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Best Models: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 XGBoost &amp; Random Forest outperformed others with low RMSE &amp; MAE.</a:t>
          </a:r>
        </a:p>
      </dgm:t>
    </dgm:pt>
    <dgm:pt modelId="{C8659696-ECE3-43A8-887D-8E12943C85A3}" type="parTrans" cxnId="{A2303DD2-AB74-4681-97D4-B122F3C265D8}">
      <dgm:prSet/>
      <dgm:spPr/>
      <dgm:t>
        <a:bodyPr/>
        <a:lstStyle/>
        <a:p>
          <a:endParaRPr lang="en-US"/>
        </a:p>
      </dgm:t>
    </dgm:pt>
    <dgm:pt modelId="{A8E41F1E-9A48-49CB-83FB-B80B453B91DC}" type="sibTrans" cxnId="{A2303DD2-AB74-4681-97D4-B122F3C265D8}">
      <dgm:prSet/>
      <dgm:spPr/>
      <dgm:t>
        <a:bodyPr/>
        <a:lstStyle/>
        <a:p>
          <a:endParaRPr lang="en-US"/>
        </a:p>
      </dgm:t>
    </dgm:pt>
    <dgm:pt modelId="{ADA4D99F-04F5-409B-8C96-75FB566B989E}">
      <dgm:prSet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Key Findings: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 Distance, time of day, &amp; ride type were the most important features.</a:t>
          </a:r>
        </a:p>
      </dgm:t>
    </dgm:pt>
    <dgm:pt modelId="{2C7B2AA6-9706-4288-8353-D7C22C8FE4C5}" type="parTrans" cxnId="{89246117-989D-4D76-9B63-EE6EAF3CA8BA}">
      <dgm:prSet/>
      <dgm:spPr/>
      <dgm:t>
        <a:bodyPr/>
        <a:lstStyle/>
        <a:p>
          <a:endParaRPr lang="en-US"/>
        </a:p>
      </dgm:t>
    </dgm:pt>
    <dgm:pt modelId="{E1F107EE-421D-429C-8F5B-AFFD4FDA5D54}" type="sibTrans" cxnId="{89246117-989D-4D76-9B63-EE6EAF3CA8BA}">
      <dgm:prSet/>
      <dgm:spPr/>
      <dgm:t>
        <a:bodyPr/>
        <a:lstStyle/>
        <a:p>
          <a:endParaRPr lang="en-US"/>
        </a:p>
      </dgm:t>
    </dgm:pt>
    <dgm:pt modelId="{5FB6D487-96F9-41BA-B363-5D8B5C73F854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Model Accuracy: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R² ~ 0.85, indicating strong price prediction.</a:t>
          </a:r>
        </a:p>
      </dgm:t>
    </dgm:pt>
    <dgm:pt modelId="{9F0A90FA-8477-47CA-AFA1-CDBE63F193A4}" type="parTrans" cxnId="{F44FAAF3-1052-4364-89E8-F1E52A24087F}">
      <dgm:prSet/>
      <dgm:spPr/>
      <dgm:t>
        <a:bodyPr/>
        <a:lstStyle/>
        <a:p>
          <a:endParaRPr lang="en-US"/>
        </a:p>
      </dgm:t>
    </dgm:pt>
    <dgm:pt modelId="{88B3314E-6E7F-45EE-88CD-AA18727109C8}" type="sibTrans" cxnId="{F44FAAF3-1052-4364-89E8-F1E52A24087F}">
      <dgm:prSet/>
      <dgm:spPr/>
      <dgm:t>
        <a:bodyPr/>
        <a:lstStyle/>
        <a:p>
          <a:endParaRPr lang="en-US"/>
        </a:p>
      </dgm:t>
    </dgm:pt>
    <dgm:pt modelId="{219978CC-3477-4804-A16D-9579CCF388C9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Impact: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Models offer insights for dynamic pricing and decision-making.</a:t>
          </a:r>
        </a:p>
      </dgm:t>
    </dgm:pt>
    <dgm:pt modelId="{498635F0-113B-4C79-B297-9716D908E669}" type="parTrans" cxnId="{A53F067D-BE53-472A-ADA9-254AA3043887}">
      <dgm:prSet/>
      <dgm:spPr/>
      <dgm:t>
        <a:bodyPr/>
        <a:lstStyle/>
        <a:p>
          <a:endParaRPr lang="en-US"/>
        </a:p>
      </dgm:t>
    </dgm:pt>
    <dgm:pt modelId="{5707AA5A-0692-478B-BF9F-4A28C2F00C3D}" type="sibTrans" cxnId="{A53F067D-BE53-472A-ADA9-254AA3043887}">
      <dgm:prSet/>
      <dgm:spPr/>
      <dgm:t>
        <a:bodyPr/>
        <a:lstStyle/>
        <a:p>
          <a:endParaRPr lang="en-US"/>
        </a:p>
      </dgm:t>
    </dgm:pt>
    <dgm:pt modelId="{F1C6AC74-DFA4-4A19-AC7A-E4C98D552F79}" type="pres">
      <dgm:prSet presAssocID="{399A4ADC-F7B7-4D66-9FE9-BC62020C5FEA}" presName="root" presStyleCnt="0">
        <dgm:presLayoutVars>
          <dgm:dir/>
          <dgm:resizeHandles val="exact"/>
        </dgm:presLayoutVars>
      </dgm:prSet>
      <dgm:spPr/>
    </dgm:pt>
    <dgm:pt modelId="{69E1CCD6-D5E6-456B-BBE8-631F22FA00BB}" type="pres">
      <dgm:prSet presAssocID="{399A4ADC-F7B7-4D66-9FE9-BC62020C5FEA}" presName="container" presStyleCnt="0">
        <dgm:presLayoutVars>
          <dgm:dir/>
          <dgm:resizeHandles val="exact"/>
        </dgm:presLayoutVars>
      </dgm:prSet>
      <dgm:spPr/>
    </dgm:pt>
    <dgm:pt modelId="{A20C3C56-62C8-4061-AF4B-3CE1FEB1265A}" type="pres">
      <dgm:prSet presAssocID="{28B3AB6F-D6F3-4121-8107-9A9119790D25}" presName="compNode" presStyleCnt="0"/>
      <dgm:spPr/>
    </dgm:pt>
    <dgm:pt modelId="{2F788413-1420-4F76-B3A3-0829EB5A3A40}" type="pres">
      <dgm:prSet presAssocID="{28B3AB6F-D6F3-4121-8107-9A9119790D25}" presName="iconBgRect" presStyleLbl="bgShp" presStyleIdx="0" presStyleCnt="4"/>
      <dgm:spPr/>
    </dgm:pt>
    <dgm:pt modelId="{9011024C-1D87-4B5D-A53E-698F49185147}" type="pres">
      <dgm:prSet presAssocID="{28B3AB6F-D6F3-4121-8107-9A9119790D2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3985C3D2-79AC-4B8B-9D24-7D81CC80B2C7}" type="pres">
      <dgm:prSet presAssocID="{28B3AB6F-D6F3-4121-8107-9A9119790D25}" presName="spaceRect" presStyleCnt="0"/>
      <dgm:spPr/>
    </dgm:pt>
    <dgm:pt modelId="{00C521D8-D95B-4423-A5FF-C653FD247511}" type="pres">
      <dgm:prSet presAssocID="{28B3AB6F-D6F3-4121-8107-9A9119790D25}" presName="textRect" presStyleLbl="revTx" presStyleIdx="0" presStyleCnt="4">
        <dgm:presLayoutVars>
          <dgm:chMax val="1"/>
          <dgm:chPref val="1"/>
        </dgm:presLayoutVars>
      </dgm:prSet>
      <dgm:spPr/>
    </dgm:pt>
    <dgm:pt modelId="{021698BD-1870-45B3-B90F-3E6ACD9CA80D}" type="pres">
      <dgm:prSet presAssocID="{A8E41F1E-9A48-49CB-83FB-B80B453B91DC}" presName="sibTrans" presStyleLbl="sibTrans2D1" presStyleIdx="0" presStyleCnt="0"/>
      <dgm:spPr/>
    </dgm:pt>
    <dgm:pt modelId="{E003157E-E0F1-47F3-A351-695913B4211E}" type="pres">
      <dgm:prSet presAssocID="{ADA4D99F-04F5-409B-8C96-75FB566B989E}" presName="compNode" presStyleCnt="0"/>
      <dgm:spPr/>
    </dgm:pt>
    <dgm:pt modelId="{B725CDB2-1677-492C-9CB1-5C71B4CD3B2C}" type="pres">
      <dgm:prSet presAssocID="{ADA4D99F-04F5-409B-8C96-75FB566B989E}" presName="iconBgRect" presStyleLbl="bgShp" presStyleIdx="1" presStyleCnt="4"/>
      <dgm:spPr/>
    </dgm:pt>
    <dgm:pt modelId="{2E8DBBF0-FE18-450D-A32C-B19FC7A32321}" type="pres">
      <dgm:prSet presAssocID="{ADA4D99F-04F5-409B-8C96-75FB566B989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8D9FE11-2293-4B71-9D1D-135C8833A794}" type="pres">
      <dgm:prSet presAssocID="{ADA4D99F-04F5-409B-8C96-75FB566B989E}" presName="spaceRect" presStyleCnt="0"/>
      <dgm:spPr/>
    </dgm:pt>
    <dgm:pt modelId="{C43A74F3-C785-44B4-87CA-1E2561871CF2}" type="pres">
      <dgm:prSet presAssocID="{ADA4D99F-04F5-409B-8C96-75FB566B989E}" presName="textRect" presStyleLbl="revTx" presStyleIdx="1" presStyleCnt="4">
        <dgm:presLayoutVars>
          <dgm:chMax val="1"/>
          <dgm:chPref val="1"/>
        </dgm:presLayoutVars>
      </dgm:prSet>
      <dgm:spPr/>
    </dgm:pt>
    <dgm:pt modelId="{A559A3B9-5992-436D-AAF3-E7654950C6E7}" type="pres">
      <dgm:prSet presAssocID="{E1F107EE-421D-429C-8F5B-AFFD4FDA5D54}" presName="sibTrans" presStyleLbl="sibTrans2D1" presStyleIdx="0" presStyleCnt="0"/>
      <dgm:spPr/>
    </dgm:pt>
    <dgm:pt modelId="{420B39FA-7693-481C-BEE6-87A7B3E50803}" type="pres">
      <dgm:prSet presAssocID="{5FB6D487-96F9-41BA-B363-5D8B5C73F854}" presName="compNode" presStyleCnt="0"/>
      <dgm:spPr/>
    </dgm:pt>
    <dgm:pt modelId="{7007D68E-40B4-479B-85DF-8E9C6E18B531}" type="pres">
      <dgm:prSet presAssocID="{5FB6D487-96F9-41BA-B363-5D8B5C73F854}" presName="iconBgRect" presStyleLbl="bgShp" presStyleIdx="2" presStyleCnt="4"/>
      <dgm:spPr/>
    </dgm:pt>
    <dgm:pt modelId="{F5C8909B-07D6-4FD9-BF69-1F633446B262}" type="pres">
      <dgm:prSet presAssocID="{5FB6D487-96F9-41BA-B363-5D8B5C73F85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E944DB42-0D17-460E-A6FF-89E4452E3F5D}" type="pres">
      <dgm:prSet presAssocID="{5FB6D487-96F9-41BA-B363-5D8B5C73F854}" presName="spaceRect" presStyleCnt="0"/>
      <dgm:spPr/>
    </dgm:pt>
    <dgm:pt modelId="{FBB3F180-348F-42BA-A263-2CE0DC84F880}" type="pres">
      <dgm:prSet presAssocID="{5FB6D487-96F9-41BA-B363-5D8B5C73F854}" presName="textRect" presStyleLbl="revTx" presStyleIdx="2" presStyleCnt="4">
        <dgm:presLayoutVars>
          <dgm:chMax val="1"/>
          <dgm:chPref val="1"/>
        </dgm:presLayoutVars>
      </dgm:prSet>
      <dgm:spPr/>
    </dgm:pt>
    <dgm:pt modelId="{19F4FCC3-1CBE-4CBA-A75A-3026766A0FFA}" type="pres">
      <dgm:prSet presAssocID="{88B3314E-6E7F-45EE-88CD-AA18727109C8}" presName="sibTrans" presStyleLbl="sibTrans2D1" presStyleIdx="0" presStyleCnt="0"/>
      <dgm:spPr/>
    </dgm:pt>
    <dgm:pt modelId="{00CA1480-132E-4077-843B-3B06D2E9F9C6}" type="pres">
      <dgm:prSet presAssocID="{219978CC-3477-4804-A16D-9579CCF388C9}" presName="compNode" presStyleCnt="0"/>
      <dgm:spPr/>
    </dgm:pt>
    <dgm:pt modelId="{75D7B752-8613-42F6-9EFD-39B4D28E8FDC}" type="pres">
      <dgm:prSet presAssocID="{219978CC-3477-4804-A16D-9579CCF388C9}" presName="iconBgRect" presStyleLbl="bgShp" presStyleIdx="3" presStyleCnt="4"/>
      <dgm:spPr/>
    </dgm:pt>
    <dgm:pt modelId="{00BC02B6-AA87-44D7-BDFE-CD1F2C28E33A}" type="pres">
      <dgm:prSet presAssocID="{219978CC-3477-4804-A16D-9579CCF388C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C66758B8-27A7-49EB-9E15-D84112493F1B}" type="pres">
      <dgm:prSet presAssocID="{219978CC-3477-4804-A16D-9579CCF388C9}" presName="spaceRect" presStyleCnt="0"/>
      <dgm:spPr/>
    </dgm:pt>
    <dgm:pt modelId="{738BB2F2-ED5B-4755-9AF5-9ACCBA114417}" type="pres">
      <dgm:prSet presAssocID="{219978CC-3477-4804-A16D-9579CCF388C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9246117-989D-4D76-9B63-EE6EAF3CA8BA}" srcId="{399A4ADC-F7B7-4D66-9FE9-BC62020C5FEA}" destId="{ADA4D99F-04F5-409B-8C96-75FB566B989E}" srcOrd="1" destOrd="0" parTransId="{2C7B2AA6-9706-4288-8353-D7C22C8FE4C5}" sibTransId="{E1F107EE-421D-429C-8F5B-AFFD4FDA5D54}"/>
    <dgm:cxn modelId="{49AC7D24-8E19-4B70-9F9D-3B525CB4D571}" type="presOf" srcId="{ADA4D99F-04F5-409B-8C96-75FB566B989E}" destId="{C43A74F3-C785-44B4-87CA-1E2561871CF2}" srcOrd="0" destOrd="0" presId="urn:microsoft.com/office/officeart/2018/2/layout/IconCircleList"/>
    <dgm:cxn modelId="{663B2964-0E24-4EFD-B945-907900EF6B08}" type="presOf" srcId="{219978CC-3477-4804-A16D-9579CCF388C9}" destId="{738BB2F2-ED5B-4755-9AF5-9ACCBA114417}" srcOrd="0" destOrd="0" presId="urn:microsoft.com/office/officeart/2018/2/layout/IconCircleList"/>
    <dgm:cxn modelId="{7F8E3246-4712-4676-96B2-ADC70B88FF37}" type="presOf" srcId="{399A4ADC-F7B7-4D66-9FE9-BC62020C5FEA}" destId="{F1C6AC74-DFA4-4A19-AC7A-E4C98D552F79}" srcOrd="0" destOrd="0" presId="urn:microsoft.com/office/officeart/2018/2/layout/IconCircleList"/>
    <dgm:cxn modelId="{524B8D4E-3556-4FBF-9B3E-C2A5CC77C60C}" type="presOf" srcId="{88B3314E-6E7F-45EE-88CD-AA18727109C8}" destId="{19F4FCC3-1CBE-4CBA-A75A-3026766A0FFA}" srcOrd="0" destOrd="0" presId="urn:microsoft.com/office/officeart/2018/2/layout/IconCircleList"/>
    <dgm:cxn modelId="{8C58CB6E-EF51-483C-A053-73701B533B29}" type="presOf" srcId="{28B3AB6F-D6F3-4121-8107-9A9119790D25}" destId="{00C521D8-D95B-4423-A5FF-C653FD247511}" srcOrd="0" destOrd="0" presId="urn:microsoft.com/office/officeart/2018/2/layout/IconCircleList"/>
    <dgm:cxn modelId="{A53F067D-BE53-472A-ADA9-254AA3043887}" srcId="{399A4ADC-F7B7-4D66-9FE9-BC62020C5FEA}" destId="{219978CC-3477-4804-A16D-9579CCF388C9}" srcOrd="3" destOrd="0" parTransId="{498635F0-113B-4C79-B297-9716D908E669}" sibTransId="{5707AA5A-0692-478B-BF9F-4A28C2F00C3D}"/>
    <dgm:cxn modelId="{A2303DD2-AB74-4681-97D4-B122F3C265D8}" srcId="{399A4ADC-F7B7-4D66-9FE9-BC62020C5FEA}" destId="{28B3AB6F-D6F3-4121-8107-9A9119790D25}" srcOrd="0" destOrd="0" parTransId="{C8659696-ECE3-43A8-887D-8E12943C85A3}" sibTransId="{A8E41F1E-9A48-49CB-83FB-B80B453B91DC}"/>
    <dgm:cxn modelId="{C72EFFD9-C414-4ED5-BBF7-05F46E3DB31E}" type="presOf" srcId="{E1F107EE-421D-429C-8F5B-AFFD4FDA5D54}" destId="{A559A3B9-5992-436D-AAF3-E7654950C6E7}" srcOrd="0" destOrd="0" presId="urn:microsoft.com/office/officeart/2018/2/layout/IconCircleList"/>
    <dgm:cxn modelId="{ABC23DDE-ECC2-438F-8382-622E18E0428D}" type="presOf" srcId="{A8E41F1E-9A48-49CB-83FB-B80B453B91DC}" destId="{021698BD-1870-45B3-B90F-3E6ACD9CA80D}" srcOrd="0" destOrd="0" presId="urn:microsoft.com/office/officeart/2018/2/layout/IconCircleList"/>
    <dgm:cxn modelId="{F44FAAF3-1052-4364-89E8-F1E52A24087F}" srcId="{399A4ADC-F7B7-4D66-9FE9-BC62020C5FEA}" destId="{5FB6D487-96F9-41BA-B363-5D8B5C73F854}" srcOrd="2" destOrd="0" parTransId="{9F0A90FA-8477-47CA-AFA1-CDBE63F193A4}" sibTransId="{88B3314E-6E7F-45EE-88CD-AA18727109C8}"/>
    <dgm:cxn modelId="{32E613FC-63AF-4321-9766-FE50B228F799}" type="presOf" srcId="{5FB6D487-96F9-41BA-B363-5D8B5C73F854}" destId="{FBB3F180-348F-42BA-A263-2CE0DC84F880}" srcOrd="0" destOrd="0" presId="urn:microsoft.com/office/officeart/2018/2/layout/IconCircleList"/>
    <dgm:cxn modelId="{575C4869-1EFC-46E3-9B06-714312216F79}" type="presParOf" srcId="{F1C6AC74-DFA4-4A19-AC7A-E4C98D552F79}" destId="{69E1CCD6-D5E6-456B-BBE8-631F22FA00BB}" srcOrd="0" destOrd="0" presId="urn:microsoft.com/office/officeart/2018/2/layout/IconCircleList"/>
    <dgm:cxn modelId="{01C849D6-2873-46C4-BC90-100AF92B4979}" type="presParOf" srcId="{69E1CCD6-D5E6-456B-BBE8-631F22FA00BB}" destId="{A20C3C56-62C8-4061-AF4B-3CE1FEB1265A}" srcOrd="0" destOrd="0" presId="urn:microsoft.com/office/officeart/2018/2/layout/IconCircleList"/>
    <dgm:cxn modelId="{BCD225F1-1635-493A-A139-218FB9ABB46A}" type="presParOf" srcId="{A20C3C56-62C8-4061-AF4B-3CE1FEB1265A}" destId="{2F788413-1420-4F76-B3A3-0829EB5A3A40}" srcOrd="0" destOrd="0" presId="urn:microsoft.com/office/officeart/2018/2/layout/IconCircleList"/>
    <dgm:cxn modelId="{103CE2B4-6369-4D63-863B-CCFCF35A697B}" type="presParOf" srcId="{A20C3C56-62C8-4061-AF4B-3CE1FEB1265A}" destId="{9011024C-1D87-4B5D-A53E-698F49185147}" srcOrd="1" destOrd="0" presId="urn:microsoft.com/office/officeart/2018/2/layout/IconCircleList"/>
    <dgm:cxn modelId="{EFAAEA29-42D5-48CC-8870-7FDC20A1724A}" type="presParOf" srcId="{A20C3C56-62C8-4061-AF4B-3CE1FEB1265A}" destId="{3985C3D2-79AC-4B8B-9D24-7D81CC80B2C7}" srcOrd="2" destOrd="0" presId="urn:microsoft.com/office/officeart/2018/2/layout/IconCircleList"/>
    <dgm:cxn modelId="{9DAAE2DF-C43E-4310-A15A-B71CC362CFCA}" type="presParOf" srcId="{A20C3C56-62C8-4061-AF4B-3CE1FEB1265A}" destId="{00C521D8-D95B-4423-A5FF-C653FD247511}" srcOrd="3" destOrd="0" presId="urn:microsoft.com/office/officeart/2018/2/layout/IconCircleList"/>
    <dgm:cxn modelId="{30732B9B-7D6F-4CD6-825E-E652856418E4}" type="presParOf" srcId="{69E1CCD6-D5E6-456B-BBE8-631F22FA00BB}" destId="{021698BD-1870-45B3-B90F-3E6ACD9CA80D}" srcOrd="1" destOrd="0" presId="urn:microsoft.com/office/officeart/2018/2/layout/IconCircleList"/>
    <dgm:cxn modelId="{711B7B7F-3E36-4AA3-B04E-CB0529DD0822}" type="presParOf" srcId="{69E1CCD6-D5E6-456B-BBE8-631F22FA00BB}" destId="{E003157E-E0F1-47F3-A351-695913B4211E}" srcOrd="2" destOrd="0" presId="urn:microsoft.com/office/officeart/2018/2/layout/IconCircleList"/>
    <dgm:cxn modelId="{65A120A4-9D8D-49BA-BF7C-3A89ABE3D02E}" type="presParOf" srcId="{E003157E-E0F1-47F3-A351-695913B4211E}" destId="{B725CDB2-1677-492C-9CB1-5C71B4CD3B2C}" srcOrd="0" destOrd="0" presId="urn:microsoft.com/office/officeart/2018/2/layout/IconCircleList"/>
    <dgm:cxn modelId="{58C92F82-C319-4A77-B7A1-5511501D5D73}" type="presParOf" srcId="{E003157E-E0F1-47F3-A351-695913B4211E}" destId="{2E8DBBF0-FE18-450D-A32C-B19FC7A32321}" srcOrd="1" destOrd="0" presId="urn:microsoft.com/office/officeart/2018/2/layout/IconCircleList"/>
    <dgm:cxn modelId="{A3E2CC23-4E53-4562-945E-5A07BEF31C20}" type="presParOf" srcId="{E003157E-E0F1-47F3-A351-695913B4211E}" destId="{B8D9FE11-2293-4B71-9D1D-135C8833A794}" srcOrd="2" destOrd="0" presId="urn:microsoft.com/office/officeart/2018/2/layout/IconCircleList"/>
    <dgm:cxn modelId="{B558606C-5C46-4823-A962-4DE6A47A8877}" type="presParOf" srcId="{E003157E-E0F1-47F3-A351-695913B4211E}" destId="{C43A74F3-C785-44B4-87CA-1E2561871CF2}" srcOrd="3" destOrd="0" presId="urn:microsoft.com/office/officeart/2018/2/layout/IconCircleList"/>
    <dgm:cxn modelId="{289E3ABC-3823-4374-8B94-45CA3EF8B38F}" type="presParOf" srcId="{69E1CCD6-D5E6-456B-BBE8-631F22FA00BB}" destId="{A559A3B9-5992-436D-AAF3-E7654950C6E7}" srcOrd="3" destOrd="0" presId="urn:microsoft.com/office/officeart/2018/2/layout/IconCircleList"/>
    <dgm:cxn modelId="{258E04BA-679A-4C85-AC9E-8861665122FF}" type="presParOf" srcId="{69E1CCD6-D5E6-456B-BBE8-631F22FA00BB}" destId="{420B39FA-7693-481C-BEE6-87A7B3E50803}" srcOrd="4" destOrd="0" presId="urn:microsoft.com/office/officeart/2018/2/layout/IconCircleList"/>
    <dgm:cxn modelId="{D4B93960-E335-4DEF-8118-D790702921B2}" type="presParOf" srcId="{420B39FA-7693-481C-BEE6-87A7B3E50803}" destId="{7007D68E-40B4-479B-85DF-8E9C6E18B531}" srcOrd="0" destOrd="0" presId="urn:microsoft.com/office/officeart/2018/2/layout/IconCircleList"/>
    <dgm:cxn modelId="{0D9159E9-651D-43ED-B978-CB883D91CDE6}" type="presParOf" srcId="{420B39FA-7693-481C-BEE6-87A7B3E50803}" destId="{F5C8909B-07D6-4FD9-BF69-1F633446B262}" srcOrd="1" destOrd="0" presId="urn:microsoft.com/office/officeart/2018/2/layout/IconCircleList"/>
    <dgm:cxn modelId="{E51AC883-BD5E-49DB-B979-76933DE98ECB}" type="presParOf" srcId="{420B39FA-7693-481C-BEE6-87A7B3E50803}" destId="{E944DB42-0D17-460E-A6FF-89E4452E3F5D}" srcOrd="2" destOrd="0" presId="urn:microsoft.com/office/officeart/2018/2/layout/IconCircleList"/>
    <dgm:cxn modelId="{E4847AF0-C269-4D99-A0A0-5EEAB4302C63}" type="presParOf" srcId="{420B39FA-7693-481C-BEE6-87A7B3E50803}" destId="{FBB3F180-348F-42BA-A263-2CE0DC84F880}" srcOrd="3" destOrd="0" presId="urn:microsoft.com/office/officeart/2018/2/layout/IconCircleList"/>
    <dgm:cxn modelId="{0CADF26D-D734-4AC6-88C0-D15EA4FA80B1}" type="presParOf" srcId="{69E1CCD6-D5E6-456B-BBE8-631F22FA00BB}" destId="{19F4FCC3-1CBE-4CBA-A75A-3026766A0FFA}" srcOrd="5" destOrd="0" presId="urn:microsoft.com/office/officeart/2018/2/layout/IconCircleList"/>
    <dgm:cxn modelId="{D08A4EA3-1308-41F2-B12F-8E8DE5BE1616}" type="presParOf" srcId="{69E1CCD6-D5E6-456B-BBE8-631F22FA00BB}" destId="{00CA1480-132E-4077-843B-3B06D2E9F9C6}" srcOrd="6" destOrd="0" presId="urn:microsoft.com/office/officeart/2018/2/layout/IconCircleList"/>
    <dgm:cxn modelId="{B3E3A11C-EF6E-4C4D-A75D-B23D69CBBA2D}" type="presParOf" srcId="{00CA1480-132E-4077-843B-3B06D2E9F9C6}" destId="{75D7B752-8613-42F6-9EFD-39B4D28E8FDC}" srcOrd="0" destOrd="0" presId="urn:microsoft.com/office/officeart/2018/2/layout/IconCircleList"/>
    <dgm:cxn modelId="{889B9CEE-AA2E-40D0-885A-08115434014A}" type="presParOf" srcId="{00CA1480-132E-4077-843B-3B06D2E9F9C6}" destId="{00BC02B6-AA87-44D7-BDFE-CD1F2C28E33A}" srcOrd="1" destOrd="0" presId="urn:microsoft.com/office/officeart/2018/2/layout/IconCircleList"/>
    <dgm:cxn modelId="{40A913AE-8A16-4EC0-AB94-20C1BC5B4845}" type="presParOf" srcId="{00CA1480-132E-4077-843B-3B06D2E9F9C6}" destId="{C66758B8-27A7-49EB-9E15-D84112493F1B}" srcOrd="2" destOrd="0" presId="urn:microsoft.com/office/officeart/2018/2/layout/IconCircleList"/>
    <dgm:cxn modelId="{A7ABD856-83C2-49B8-B252-99A7F50B9292}" type="presParOf" srcId="{00CA1480-132E-4077-843B-3B06D2E9F9C6}" destId="{738BB2F2-ED5B-4755-9AF5-9ACCBA11441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5B187B-8E4A-4F39-9050-6892CCB118FA}">
      <dsp:nvSpPr>
        <dsp:cNvPr id="0" name=""/>
        <dsp:cNvSpPr/>
      </dsp:nvSpPr>
      <dsp:spPr>
        <a:xfrm>
          <a:off x="0" y="162685"/>
          <a:ext cx="691512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Data Sources:</a:t>
          </a:r>
          <a:endParaRPr lang="en-US" sz="2200" kern="1200"/>
        </a:p>
      </dsp:txBody>
      <dsp:txXfrm>
        <a:off x="26387" y="189072"/>
        <a:ext cx="6862354" cy="487766"/>
      </dsp:txXfrm>
    </dsp:sp>
    <dsp:sp modelId="{B8A1062E-BB3E-4A70-B4F9-113C36F62306}">
      <dsp:nvSpPr>
        <dsp:cNvPr id="0" name=""/>
        <dsp:cNvSpPr/>
      </dsp:nvSpPr>
      <dsp:spPr>
        <a:xfrm>
          <a:off x="0" y="703225"/>
          <a:ext cx="6915128" cy="1070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555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Publicly available datasets from </a:t>
          </a:r>
          <a:r>
            <a:rPr lang="en-US" sz="1700" b="1" kern="1200"/>
            <a:t>Kaggle</a:t>
          </a:r>
          <a:r>
            <a:rPr lang="en-US" sz="1700" kern="1200"/>
            <a:t> and </a:t>
          </a:r>
          <a:r>
            <a:rPr lang="en-US" sz="1700" b="1" kern="1200"/>
            <a:t>NYC TLC (Taxi &amp; Limousine Commission)</a:t>
          </a:r>
          <a:r>
            <a:rPr lang="en-US" sz="1700" kern="1200"/>
            <a:t>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Supplemental data from </a:t>
          </a:r>
          <a:r>
            <a:rPr lang="en-US" sz="1700" b="1" kern="1200"/>
            <a:t>weather APIs</a:t>
          </a:r>
          <a:r>
            <a:rPr lang="en-US" sz="1700" kern="1200"/>
            <a:t> and </a:t>
          </a:r>
          <a:r>
            <a:rPr lang="en-US" sz="1700" b="1" kern="1200"/>
            <a:t>traffic datasets</a:t>
          </a:r>
          <a:r>
            <a:rPr lang="en-US" sz="1700" kern="1200"/>
            <a:t> to enhance model accuracy.</a:t>
          </a:r>
        </a:p>
      </dsp:txBody>
      <dsp:txXfrm>
        <a:off x="0" y="703225"/>
        <a:ext cx="6915128" cy="1070190"/>
      </dsp:txXfrm>
    </dsp:sp>
    <dsp:sp modelId="{4E30B314-5DBD-4BE4-ABEC-251A4D9BDBF6}">
      <dsp:nvSpPr>
        <dsp:cNvPr id="0" name=""/>
        <dsp:cNvSpPr/>
      </dsp:nvSpPr>
      <dsp:spPr>
        <a:xfrm>
          <a:off x="0" y="1773415"/>
          <a:ext cx="691512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Volume of Data Collected:</a:t>
          </a:r>
          <a:endParaRPr lang="en-US" sz="2200" kern="1200"/>
        </a:p>
      </dsp:txBody>
      <dsp:txXfrm>
        <a:off x="26387" y="1799802"/>
        <a:ext cx="6862354" cy="487766"/>
      </dsp:txXfrm>
    </dsp:sp>
    <dsp:sp modelId="{70B3C60F-57A9-4EBD-A076-C9C01855948A}">
      <dsp:nvSpPr>
        <dsp:cNvPr id="0" name=""/>
        <dsp:cNvSpPr/>
      </dsp:nvSpPr>
      <dsp:spPr>
        <a:xfrm>
          <a:off x="0" y="2313955"/>
          <a:ext cx="6915128" cy="1070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555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Over </a:t>
          </a:r>
          <a:r>
            <a:rPr lang="en-US" sz="1700" b="1" kern="1200"/>
            <a:t>2 million ride records</a:t>
          </a:r>
          <a:r>
            <a:rPr lang="en-US" sz="1700" kern="1200"/>
            <a:t>, including trip duration, distance, pickup/drop-off locations, timestamps, and fare amounts.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Additional contextual data: hourly weather conditions and traffic congestion levels.</a:t>
          </a:r>
        </a:p>
      </dsp:txBody>
      <dsp:txXfrm>
        <a:off x="0" y="2313955"/>
        <a:ext cx="6915128" cy="1070190"/>
      </dsp:txXfrm>
    </dsp:sp>
    <dsp:sp modelId="{111B5C55-3FA8-454B-B349-A22AABA65B06}">
      <dsp:nvSpPr>
        <dsp:cNvPr id="0" name=""/>
        <dsp:cNvSpPr/>
      </dsp:nvSpPr>
      <dsp:spPr>
        <a:xfrm>
          <a:off x="0" y="3384146"/>
          <a:ext cx="691512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Challenges &amp; Limitations:</a:t>
          </a:r>
          <a:endParaRPr lang="en-US" sz="2200" kern="1200"/>
        </a:p>
      </dsp:txBody>
      <dsp:txXfrm>
        <a:off x="26387" y="3410533"/>
        <a:ext cx="6862354" cy="487766"/>
      </dsp:txXfrm>
    </dsp:sp>
    <dsp:sp modelId="{49694931-7F3B-42E7-89BD-D1A9AD906747}">
      <dsp:nvSpPr>
        <dsp:cNvPr id="0" name=""/>
        <dsp:cNvSpPr/>
      </dsp:nvSpPr>
      <dsp:spPr>
        <a:xfrm>
          <a:off x="0" y="3924686"/>
          <a:ext cx="6915128" cy="1593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555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b="1" kern="1200"/>
            <a:t>Incomplete or inconsistent entries</a:t>
          </a:r>
          <a:r>
            <a:rPr lang="en-US" sz="1700" kern="1200"/>
            <a:t> (e.g., missing timestamps, zero fare values).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Difficulty in aligning external datasets like weather and traffic to ride timestamps.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b="1" kern="1200"/>
            <a:t>Data privacy constraints</a:t>
          </a:r>
          <a:r>
            <a:rPr lang="en-US" sz="1700" kern="1200"/>
            <a:t>—no access to user-level demographic or behavior data.</a:t>
          </a:r>
        </a:p>
      </dsp:txBody>
      <dsp:txXfrm>
        <a:off x="0" y="3924686"/>
        <a:ext cx="6915128" cy="15939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5AF494-5454-4658-BFD0-42CCD05CED6A}">
      <dsp:nvSpPr>
        <dsp:cNvPr id="0" name=""/>
        <dsp:cNvSpPr/>
      </dsp:nvSpPr>
      <dsp:spPr>
        <a:xfrm>
          <a:off x="1694633" y="504404"/>
          <a:ext cx="631536" cy="8051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AE68EE-3CBD-4993-A1EB-23556F1E315F}">
      <dsp:nvSpPr>
        <dsp:cNvPr id="0" name=""/>
        <dsp:cNvSpPr/>
      </dsp:nvSpPr>
      <dsp:spPr>
        <a:xfrm>
          <a:off x="619573" y="1417396"/>
          <a:ext cx="2781655" cy="417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/>
            <a:t>Handling Issues:</a:t>
          </a:r>
          <a:endParaRPr lang="en-US" sz="2300" kern="1200"/>
        </a:p>
      </dsp:txBody>
      <dsp:txXfrm>
        <a:off x="619573" y="1417396"/>
        <a:ext cx="2781655" cy="417248"/>
      </dsp:txXfrm>
    </dsp:sp>
    <dsp:sp modelId="{F80BDB88-0440-4090-9734-B5D5BE7DFEC8}">
      <dsp:nvSpPr>
        <dsp:cNvPr id="0" name=""/>
        <dsp:cNvSpPr/>
      </dsp:nvSpPr>
      <dsp:spPr>
        <a:xfrm>
          <a:off x="7901" y="1743453"/>
          <a:ext cx="4005000" cy="166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Removed records with missing or zero fares/times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Filtered outliers based on distance and trip duration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Standardized datetime and location formats</a:t>
          </a:r>
        </a:p>
      </dsp:txBody>
      <dsp:txXfrm>
        <a:off x="7901" y="1743453"/>
        <a:ext cx="4005000" cy="1665689"/>
      </dsp:txXfrm>
    </dsp:sp>
    <dsp:sp modelId="{CBF89800-7893-41AD-A42E-53628E05B21E}">
      <dsp:nvSpPr>
        <dsp:cNvPr id="0" name=""/>
        <dsp:cNvSpPr/>
      </dsp:nvSpPr>
      <dsp:spPr>
        <a:xfrm>
          <a:off x="5498265" y="582637"/>
          <a:ext cx="784507" cy="7845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1055AE-E83B-44BE-BA8D-EFAEFD447C97}">
      <dsp:nvSpPr>
        <dsp:cNvPr id="0" name=""/>
        <dsp:cNvSpPr/>
      </dsp:nvSpPr>
      <dsp:spPr>
        <a:xfrm>
          <a:off x="4499691" y="1485320"/>
          <a:ext cx="2781655" cy="417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/>
            <a:t>Feature Engineering:</a:t>
          </a:r>
          <a:endParaRPr lang="en-US" sz="2300" kern="1200"/>
        </a:p>
      </dsp:txBody>
      <dsp:txXfrm>
        <a:off x="4499691" y="1485320"/>
        <a:ext cx="2781655" cy="417248"/>
      </dsp:txXfrm>
    </dsp:sp>
    <dsp:sp modelId="{073A852A-1E22-4C69-BB10-9B5EB8115AE3}">
      <dsp:nvSpPr>
        <dsp:cNvPr id="0" name=""/>
        <dsp:cNvSpPr/>
      </dsp:nvSpPr>
      <dsp:spPr>
        <a:xfrm>
          <a:off x="4499691" y="1957534"/>
          <a:ext cx="2781655" cy="1373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Extracted day, hour, and weekday from timestamps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Added weather and traffic features</a:t>
          </a:r>
        </a:p>
      </dsp:txBody>
      <dsp:txXfrm>
        <a:off x="4499691" y="1957534"/>
        <a:ext cx="2781655" cy="1373376"/>
      </dsp:txXfrm>
    </dsp:sp>
    <dsp:sp modelId="{BF42BD91-00D8-4CDA-8622-285658528BFE}">
      <dsp:nvSpPr>
        <dsp:cNvPr id="0" name=""/>
        <dsp:cNvSpPr/>
      </dsp:nvSpPr>
      <dsp:spPr>
        <a:xfrm>
          <a:off x="8766711" y="582637"/>
          <a:ext cx="784507" cy="7845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FD5EA3-FEF3-4DDC-85E5-45120DFE78EA}">
      <dsp:nvSpPr>
        <dsp:cNvPr id="0" name=""/>
        <dsp:cNvSpPr/>
      </dsp:nvSpPr>
      <dsp:spPr>
        <a:xfrm>
          <a:off x="7768136" y="1485320"/>
          <a:ext cx="2781655" cy="417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/>
            <a:t>Tools Used:</a:t>
          </a:r>
          <a:endParaRPr lang="en-US" sz="2300" kern="1200"/>
        </a:p>
      </dsp:txBody>
      <dsp:txXfrm>
        <a:off x="7768136" y="1485320"/>
        <a:ext cx="2781655" cy="417248"/>
      </dsp:txXfrm>
    </dsp:sp>
    <dsp:sp modelId="{71BEFDA5-B2C8-434A-857C-A57889EACAD3}">
      <dsp:nvSpPr>
        <dsp:cNvPr id="0" name=""/>
        <dsp:cNvSpPr/>
      </dsp:nvSpPr>
      <dsp:spPr>
        <a:xfrm>
          <a:off x="7768136" y="1957534"/>
          <a:ext cx="2781655" cy="1373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Python, Pandas, NumPy, Scikit-learn</a:t>
          </a:r>
        </a:p>
      </dsp:txBody>
      <dsp:txXfrm>
        <a:off x="7768136" y="1957534"/>
        <a:ext cx="2781655" cy="1373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788413-1420-4F76-B3A3-0829EB5A3A40}">
      <dsp:nvSpPr>
        <dsp:cNvPr id="0" name=""/>
        <dsp:cNvSpPr/>
      </dsp:nvSpPr>
      <dsp:spPr>
        <a:xfrm>
          <a:off x="212335" y="470390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11024C-1D87-4B5D-A53E-698F49185147}">
      <dsp:nvSpPr>
        <dsp:cNvPr id="0" name=""/>
        <dsp:cNvSpPr/>
      </dsp:nvSpPr>
      <dsp:spPr>
        <a:xfrm>
          <a:off x="492877" y="7509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C521D8-D95B-4423-A5FF-C653FD247511}">
      <dsp:nvSpPr>
        <dsp:cNvPr id="0" name=""/>
        <dsp:cNvSpPr/>
      </dsp:nvSpPr>
      <dsp:spPr>
        <a:xfrm>
          <a:off x="1834517" y="4703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Best Models:</a:t>
          </a: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 XGBoost &amp; Random Forest outperformed others with low RMSE &amp; MAE.</a:t>
          </a:r>
        </a:p>
      </dsp:txBody>
      <dsp:txXfrm>
        <a:off x="1834517" y="470390"/>
        <a:ext cx="3148942" cy="1335915"/>
      </dsp:txXfrm>
    </dsp:sp>
    <dsp:sp modelId="{B725CDB2-1677-492C-9CB1-5C71B4CD3B2C}">
      <dsp:nvSpPr>
        <dsp:cNvPr id="0" name=""/>
        <dsp:cNvSpPr/>
      </dsp:nvSpPr>
      <dsp:spPr>
        <a:xfrm>
          <a:off x="5532139" y="470390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DBBF0-FE18-450D-A32C-B19FC7A32321}">
      <dsp:nvSpPr>
        <dsp:cNvPr id="0" name=""/>
        <dsp:cNvSpPr/>
      </dsp:nvSpPr>
      <dsp:spPr>
        <a:xfrm>
          <a:off x="5812681" y="7509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3A74F3-C785-44B4-87CA-1E2561871CF2}">
      <dsp:nvSpPr>
        <dsp:cNvPr id="0" name=""/>
        <dsp:cNvSpPr/>
      </dsp:nvSpPr>
      <dsp:spPr>
        <a:xfrm>
          <a:off x="7154322" y="4703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Key Findings:</a:t>
          </a: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 Distance, time of day, &amp; ride type were the most important features.</a:t>
          </a:r>
        </a:p>
      </dsp:txBody>
      <dsp:txXfrm>
        <a:off x="7154322" y="470390"/>
        <a:ext cx="3148942" cy="1335915"/>
      </dsp:txXfrm>
    </dsp:sp>
    <dsp:sp modelId="{7007D68E-40B4-479B-85DF-8E9C6E18B531}">
      <dsp:nvSpPr>
        <dsp:cNvPr id="0" name=""/>
        <dsp:cNvSpPr/>
      </dsp:nvSpPr>
      <dsp:spPr>
        <a:xfrm>
          <a:off x="212335" y="2546238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C8909B-07D6-4FD9-BF69-1F633446B262}">
      <dsp:nvSpPr>
        <dsp:cNvPr id="0" name=""/>
        <dsp:cNvSpPr/>
      </dsp:nvSpPr>
      <dsp:spPr>
        <a:xfrm>
          <a:off x="492877" y="2826780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B3F180-348F-42BA-A263-2CE0DC84F880}">
      <dsp:nvSpPr>
        <dsp:cNvPr id="0" name=""/>
        <dsp:cNvSpPr/>
      </dsp:nvSpPr>
      <dsp:spPr>
        <a:xfrm>
          <a:off x="1834517" y="2546238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Model Accuracy: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R² ~ 0.85, indicating strong price prediction.</a:t>
          </a:r>
        </a:p>
      </dsp:txBody>
      <dsp:txXfrm>
        <a:off x="1834517" y="2546238"/>
        <a:ext cx="3148942" cy="1335915"/>
      </dsp:txXfrm>
    </dsp:sp>
    <dsp:sp modelId="{75D7B752-8613-42F6-9EFD-39B4D28E8FDC}">
      <dsp:nvSpPr>
        <dsp:cNvPr id="0" name=""/>
        <dsp:cNvSpPr/>
      </dsp:nvSpPr>
      <dsp:spPr>
        <a:xfrm>
          <a:off x="5532139" y="2546238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BC02B6-AA87-44D7-BDFE-CD1F2C28E33A}">
      <dsp:nvSpPr>
        <dsp:cNvPr id="0" name=""/>
        <dsp:cNvSpPr/>
      </dsp:nvSpPr>
      <dsp:spPr>
        <a:xfrm>
          <a:off x="5812681" y="2826780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BB2F2-ED5B-4755-9AF5-9ACCBA114417}">
      <dsp:nvSpPr>
        <dsp:cNvPr id="0" name=""/>
        <dsp:cNvSpPr/>
      </dsp:nvSpPr>
      <dsp:spPr>
        <a:xfrm>
          <a:off x="7154322" y="2546238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Impact: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Models offer insights for dynamic pricing and decision-making.</a:t>
          </a:r>
        </a:p>
      </dsp:txBody>
      <dsp:txXfrm>
        <a:off x="7154322" y="2546238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2092-F1E4-517A-DDC9-97E5E3C04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EDA07-CAA5-3588-8706-92AAE3DDB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2A920-B09C-D2CC-0B6C-F67A6939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6C78-0863-462F-AD7B-153F2C7AC7D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88C46-83B5-44AF-E11F-F642A26BF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88F6C-7015-F638-288C-CBEDCD04A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1C93-A3CC-4B3A-B340-ABA449177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75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8608B-F2E2-3BBF-5C43-7F620CBE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97970-2C62-AB3C-EA82-29063E54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7859E-0A5E-5249-FB1E-DC187F380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6C78-0863-462F-AD7B-153F2C7AC7D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C3D71-7CBF-C196-C140-2D7489CFF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F2DAD-6C16-83C9-917E-89001F2B8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1C93-A3CC-4B3A-B340-ABA449177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571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B0C56-A67A-8AB4-DAE7-F7E78109F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5535A-F077-6603-373C-AFEB3A7AF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C3691-44B4-E60B-75FA-3855BCB27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6C78-0863-462F-AD7B-153F2C7AC7D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F46A9-8FC4-598B-BC9C-BEC96030D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22914-DD70-D077-EF87-5D2B93A1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1C93-A3CC-4B3A-B340-ABA449177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29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153ED-8EF5-9D1B-A753-C443329A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DEAAA-7BDF-BFCA-BEA9-DA9FF08A30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D3512-5B93-71A5-7DFB-C12DD8D43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D4276-4501-F615-59FF-8FD87FB06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6C78-0863-462F-AD7B-153F2C7AC7D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A238D-83ED-D210-4BFF-E6D74021E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99DF7-22B4-8849-87C3-B9C1AA0A3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1C93-A3CC-4B3A-B340-ABA449177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48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F911-75E8-BDDC-32DF-F939F1D8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4501F-A752-0FA5-3436-78983929E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2C0EBF-8334-0DCA-DB68-DB316674A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0D6460-4FC7-2C32-D5A6-64AA31368E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19496E-383A-FAED-0DF8-30EC9A299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6A152D-A3BA-465F-850A-5BD628120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6C78-0863-462F-AD7B-153F2C7AC7D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5C5126-FF74-9657-A3E2-E5B903A08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B9CD63-D8F3-0CFC-7898-828AA3D75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1C93-A3CC-4B3A-B340-ABA449177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537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6434E-37C2-6D0C-627A-A76796E74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15949-59AE-9490-A582-B4D099A94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6C78-0863-462F-AD7B-153F2C7AC7D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6CC23-0C07-F102-FECF-B0C5B03CD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1F0598-D28B-48D7-148F-2ABC8215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1C93-A3CC-4B3A-B340-ABA449177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722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35D08A-1827-7C47-F93C-07B25C931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6C78-0863-462F-AD7B-153F2C7AC7D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AEC9FF-BEC6-108E-8FDD-59F7EC0BE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D42B0-A31B-08C6-4796-5E0CD9796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1C93-A3CC-4B3A-B340-ABA449177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33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E8DD7-3005-41E2-E44B-99AA2D561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71792-3E5F-0D89-9AD9-0D00B3A5F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6C299-1D54-BE67-BA58-10BCE0D13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19F16-65EC-E989-E7F9-A0447F774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6C78-0863-462F-AD7B-153F2C7AC7D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337C5-71CE-E431-09A6-F8E2A25A5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9FAB0-CAA9-CD08-6A07-2F4585EBF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1C93-A3CC-4B3A-B340-ABA449177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8F88F-3561-DC87-40FC-27F6B0D50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B99920-9A49-9A66-ABE5-694E8A9CCF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56E5E-057F-C4C1-68DC-3EB914889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8989A-BA53-5FF5-8ADA-B1E0B7374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6C78-0863-462F-AD7B-153F2C7AC7D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9AD2F-B34B-00B8-F6D7-A64613B01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40DC0-7A19-2024-6026-7745E555F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1C93-A3CC-4B3A-B340-ABA449177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3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A3926-BA5D-6C08-A94F-7CC8C470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9A8AA-A89E-A234-93C3-31966D008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F583E-7248-7217-68EA-DC39364FC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6C78-0863-462F-AD7B-153F2C7AC7D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E1E29-52FA-F50D-270B-2A418031A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F2611-39C8-10EE-EA8D-C2E800D3C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1C93-A3CC-4B3A-B340-ABA449177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4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C79075-AF6C-ED3C-1880-ED7370D48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40B7E-101A-97B3-6B23-B1D772FF2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53269-4346-4E6E-F626-8406D1906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6C78-0863-462F-AD7B-153F2C7AC7D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F2552-9D88-7298-84CD-A980C3A0B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02C9E-8A9D-19C5-48BA-9ACA8C7E8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1C93-A3CC-4B3A-B340-ABA449177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8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5CAD69-701B-D176-9196-0F2F93900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5FCD4-6445-06D4-38DF-DDD10C803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F6731-906E-3673-C31B-0A83DD126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F6C78-0863-462F-AD7B-153F2C7AC7D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7FCE9-6B4C-0F95-D544-72748D4A2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BC2C3-C40F-FDB6-C552-6F0863563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C1C93-A3CC-4B3A-B340-ABA449177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6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hyperlink" Target="-https:/github.com/Anjala-25/PREDICTIVE-ANALYTICS-FOR-RIDESHARE-PRICING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stockcatalog/40834808254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Stock Market Bar Graph">
            <a:extLst>
              <a:ext uri="{FF2B5EF4-FFF2-40B4-BE49-F238E27FC236}">
                <a16:creationId xmlns:a16="http://schemas.microsoft.com/office/drawing/2014/main" id="{D34EE479-175B-7C71-2622-270647C810A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/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C2C58-AD1E-4B1E-888B-33B372363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9849649" cy="3569242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Source Sans Pro Black" panose="020F0502020204030204" pitchFamily="34" charset="0"/>
              </a:rPr>
              <a:t>PREDICTIVE ANALYTICS FOR RIDESHARE PRICING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53247-62A5-772A-2B61-FF2F31D919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269823" y="2428407"/>
            <a:ext cx="11737298" cy="2998032"/>
          </a:xfrm>
        </p:spPr>
        <p:txBody>
          <a:bodyPr anchor="b">
            <a:normAutofit fontScale="55000" lnSpcReduction="20000"/>
          </a:bodyPr>
          <a:lstStyle/>
          <a:p>
            <a:endParaRPr lang="en-US" sz="1900" b="1" dirty="0">
              <a:solidFill>
                <a:srgbClr val="FFFFFF"/>
              </a:solidFill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  <a:p>
            <a:endParaRPr lang="en-US" sz="1900" b="1" dirty="0">
              <a:solidFill>
                <a:srgbClr val="FFFFFF"/>
              </a:solidFill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  <a:p>
            <a:endParaRPr lang="en-US" sz="1900" b="1" dirty="0">
              <a:solidFill>
                <a:srgbClr val="FFFFFF"/>
              </a:solidFill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  <a:p>
            <a:endParaRPr lang="en-US" sz="1900" b="1" dirty="0">
              <a:solidFill>
                <a:srgbClr val="FFFFFF"/>
              </a:solidFill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  <a:p>
            <a:endParaRPr lang="en-US" sz="1900" b="1" dirty="0">
              <a:solidFill>
                <a:srgbClr val="FFFFFF"/>
              </a:solidFill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  <a:p>
            <a:endParaRPr lang="en-US" sz="1900" b="1" dirty="0">
              <a:solidFill>
                <a:srgbClr val="FFFFFF"/>
              </a:solidFill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  <a:p>
            <a:endParaRPr lang="en-US" sz="1900" b="1" dirty="0">
              <a:solidFill>
                <a:srgbClr val="FFFFFF"/>
              </a:solidFill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  <a:p>
            <a:r>
              <a:rPr lang="en-US" sz="3400" b="1" dirty="0" err="1">
                <a:solidFill>
                  <a:schemeClr val="bg1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</a:rPr>
              <a:t>Github</a:t>
            </a:r>
            <a:r>
              <a:rPr lang="en-US" sz="3400" b="1" dirty="0">
                <a:solidFill>
                  <a:schemeClr val="bg1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url</a:t>
            </a:r>
            <a:r>
              <a:rPr lang="en-US" sz="3400" b="1" dirty="0">
                <a:solidFill>
                  <a:schemeClr val="bg1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:- </a:t>
            </a:r>
            <a:r>
              <a:rPr lang="en-US" sz="3400" b="1" dirty="0">
                <a:solidFill>
                  <a:srgbClr val="FFC000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https://github.com/Anjala-25/PREDICTIVE-ANALYTICS-FOR-RIDESHARE-PRICING</a:t>
            </a:r>
            <a:endParaRPr lang="en-US" sz="3400" b="1" dirty="0">
              <a:solidFill>
                <a:srgbClr val="FFC000"/>
              </a:solidFill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  <a:p>
            <a:r>
              <a:rPr lang="en-US" sz="4400" b="1" dirty="0">
                <a:solidFill>
                  <a:srgbClr val="FFFFFF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</a:rPr>
              <a:t>Name : Anjala Boyapati</a:t>
            </a:r>
          </a:p>
          <a:p>
            <a:pPr algn="l"/>
            <a:br>
              <a:rPr lang="en-US" sz="3400" b="1" dirty="0">
                <a:solidFill>
                  <a:srgbClr val="FFFFFF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</a:rPr>
            </a:br>
            <a:endParaRPr lang="en-US" sz="3400" b="1" dirty="0">
              <a:solidFill>
                <a:srgbClr val="FFFFFF"/>
              </a:solidFill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  <a:p>
            <a:pPr algn="l"/>
            <a:endParaRPr lang="en-US" sz="1900" b="1" dirty="0">
              <a:solidFill>
                <a:srgbClr val="FFFFFF"/>
              </a:solidFill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  <a:p>
            <a:pPr algn="l"/>
            <a:endParaRPr lang="en-US" sz="1900" b="1" dirty="0">
              <a:solidFill>
                <a:srgbClr val="FFFFFF"/>
              </a:solidFill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  <a:p>
            <a:pPr algn="l"/>
            <a:endParaRPr lang="en-US" sz="1900" b="1" dirty="0">
              <a:solidFill>
                <a:srgbClr val="FFFFFF"/>
              </a:solidFill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  <a:p>
            <a:pPr algn="l"/>
            <a:endParaRPr lang="en-US" sz="1900" b="1" dirty="0">
              <a:solidFill>
                <a:srgbClr val="FFFFFF"/>
              </a:solidFill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8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9BD41-E43F-E6F2-5F35-9F958FFE5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92624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Source Sans Pro Black" panose="020B0803030403020204" pitchFamily="34" charset="0"/>
                <a:ea typeface="Source Sans Pro Black" panose="020B0803030403020204" pitchFamily="34" charset="0"/>
              </a:rPr>
              <a:t>Introduction/Problem Statement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 descr="Speedometer">
            <a:extLst>
              <a:ext uri="{FF2B5EF4-FFF2-40B4-BE49-F238E27FC236}">
                <a16:creationId xmlns:a16="http://schemas.microsoft.com/office/drawing/2014/main" id="{C9A2FBA8-375F-B443-3776-31343ED195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1258"/>
          <a:stretch/>
        </p:blipFill>
        <p:spPr>
          <a:xfrm>
            <a:off x="134911" y="2567446"/>
            <a:ext cx="4032356" cy="3741914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7E39462-781A-803D-E289-23D36B837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2021" y="2018806"/>
            <a:ext cx="6741676" cy="4839194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Rideshare prices often fluctuate due to factors like time, demand, and weather, leading to unpredictability for users.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build a predictive model to estimate ride fares based on historical and real-time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a need for a data-driven model that can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ride prices in advance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help users make informed decisions and support companies in optimizing pricing strategies.</a:t>
            </a:r>
          </a:p>
          <a:p>
            <a:pPr marL="0" indent="0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 share companies (e.g., Uber, Lyft)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Riders seeking affordable options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scientists and pricing analysts</a:t>
            </a:r>
          </a:p>
        </p:txBody>
      </p:sp>
    </p:spTree>
    <p:extLst>
      <p:ext uri="{BB962C8B-B14F-4D97-AF65-F5344CB8AC3E}">
        <p14:creationId xmlns:p14="http://schemas.microsoft.com/office/powerpoint/2010/main" val="1355344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F8C99F-CE4C-1179-FFAE-E4F88D27E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6408" b="932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AC4C15-B3E0-64EB-0F3B-18FC1A509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Source Sans Pro Black" panose="020B0803030403020204" pitchFamily="34" charset="0"/>
                <a:ea typeface="Source Sans Pro Black" panose="020B0803030403020204" pitchFamily="34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9F412-9EB6-D9AB-DB3D-CFFDB367E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Predict dynamic pricing for ride-share services based on real-time variables.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Identify key factors influencing ride prices (e.g., time of day, location, weather).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Develop a reliable machine learning model to assist pricing strategy for ride-share companies.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i="1" dirty="0"/>
              <a:t>Research Questions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What are the most significant predictors of ride-share prices?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Can we accurately predict ride prices using historical and real-time data?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How do external factors like weather or demand surges affect pricing variability?</a:t>
            </a:r>
          </a:p>
        </p:txBody>
      </p:sp>
    </p:spTree>
    <p:extLst>
      <p:ext uri="{BB962C8B-B14F-4D97-AF65-F5344CB8AC3E}">
        <p14:creationId xmlns:p14="http://schemas.microsoft.com/office/powerpoint/2010/main" val="3322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Large car parking lot from above">
            <a:extLst>
              <a:ext uri="{FF2B5EF4-FFF2-40B4-BE49-F238E27FC236}">
                <a16:creationId xmlns:a16="http://schemas.microsoft.com/office/drawing/2014/main" id="{3E4B2B80-11C1-8FA8-BF4E-4E2942717D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37"/>
          <a:stretch/>
        </p:blipFill>
        <p:spPr>
          <a:xfrm>
            <a:off x="154898" y="1060554"/>
            <a:ext cx="4616969" cy="473689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5E139-4158-6460-905D-D9D1C2CA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408" y="365125"/>
            <a:ext cx="8925392" cy="557786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Data Collection &amp; Sources</a:t>
            </a:r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1A5DCF05-CF9D-1D47-66CE-1C662960F3B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21974" y="1049312"/>
          <a:ext cx="6915128" cy="5681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18923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60FC7C-9F66-9D63-5798-7F6D22B6D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88" y="565739"/>
            <a:ext cx="9745883" cy="1124949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5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Data Cleaning &amp; Preparation</a:t>
            </a:r>
            <a:br>
              <a:rPr lang="en-US" sz="2400" b="1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AAD42DD4-86F6-4FD2-869F-32D35E310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1037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4C36B8C5-0DEB-41B5-911D-572E2E835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16069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5DC987A-A8C7-4C23-9BF5-33E9F6F2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6766" y="2256427"/>
            <a:ext cx="10855283" cy="3963398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13F2CF-C6DF-4CE1-A6F0-E3B1BFBB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256427"/>
            <a:ext cx="10853849" cy="3955009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325C15-4820-4911-B66E-A5F917CFA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5106" y="2125615"/>
            <a:ext cx="10855283" cy="397476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4" name="Content Placeholder 2">
            <a:extLst>
              <a:ext uri="{FF2B5EF4-FFF2-40B4-BE49-F238E27FC236}">
                <a16:creationId xmlns:a16="http://schemas.microsoft.com/office/drawing/2014/main" id="{4290185B-D6E7-68C7-3180-784101A134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6241395"/>
              </p:ext>
            </p:extLst>
          </p:nvPr>
        </p:nvGraphicFramePr>
        <p:xfrm>
          <a:off x="735106" y="2125615"/>
          <a:ext cx="10557694" cy="3913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7972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7C0BF6-563E-C208-F8CB-DA0434BD9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Exploratory Data Analysis (EDA)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9EC5D-967F-030A-33F3-EC86DA2A6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" y="1685378"/>
            <a:ext cx="4827640" cy="44714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relationships between rideshare features.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values are near zero  weak or no correlation.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strong link between fare, distance, duration, or other variables.</a:t>
            </a:r>
          </a:p>
        </p:txBody>
      </p:sp>
      <p:pic>
        <p:nvPicPr>
          <p:cNvPr id="7" name="Picture 2" descr="Output image">
            <a:extLst>
              <a:ext uri="{FF2B5EF4-FFF2-40B4-BE49-F238E27FC236}">
                <a16:creationId xmlns:a16="http://schemas.microsoft.com/office/drawing/2014/main" id="{30AA0525-E69E-479B-C056-F16512E4FF6A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5748" y="2368446"/>
            <a:ext cx="6467614" cy="4037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60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Arrows going up">
            <a:extLst>
              <a:ext uri="{FF2B5EF4-FFF2-40B4-BE49-F238E27FC236}">
                <a16:creationId xmlns:a16="http://schemas.microsoft.com/office/drawing/2014/main" id="{3BBF2CD1-F0DF-D4F1-BBAC-A1C0829377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39" r="6587" b="2"/>
          <a:stretch/>
        </p:blipFill>
        <p:spPr>
          <a:xfrm>
            <a:off x="402899" y="1668078"/>
            <a:ext cx="4302178" cy="4572001"/>
          </a:xfrm>
          <a:prstGeom prst="rect">
            <a:avLst/>
          </a:prstGeom>
        </p:spPr>
      </p:pic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E5E97-E822-B97B-4D97-5845B0B1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262" y="405686"/>
            <a:ext cx="10103371" cy="941380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3100" b="1" dirty="0"/>
            </a:br>
            <a:r>
              <a:rPr lang="en-US" sz="49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Modeling / Analysis Techniques</a:t>
            </a:r>
            <a:br>
              <a:rPr lang="en-US" sz="3100" b="1" dirty="0"/>
            </a:br>
            <a:endParaRPr lang="en-US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26355-48E7-EB9E-DD4A-3BDADFB36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078" y="1668078"/>
            <a:ext cx="7047211" cy="5077495"/>
          </a:xfrm>
        </p:spPr>
        <p:txBody>
          <a:bodyPr anchor="ctr"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Simple baseline model.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&amp;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Handle complex patterns.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Ideal for large, non-linear data.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&amp; KNN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Alternative methods for comparison.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MAE, RMSE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Measure prediction errors.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Indicates model fit.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Percentage error metric.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530366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3909D-F4B2-93E7-A3C2-BC3A61E93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500" b="1" dirty="0"/>
            </a:br>
            <a:r>
              <a:rPr lang="en-US" sz="6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Results</a:t>
            </a:r>
            <a:br>
              <a:rPr lang="en-US" sz="2500" b="1" dirty="0"/>
            </a:br>
            <a:endParaRPr lang="en-US" sz="2500" dirty="0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EF252793-351F-6DC0-2ABD-90A1AA22C1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268916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8781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numbers art">
            <a:extLst>
              <a:ext uri="{FF2B5EF4-FFF2-40B4-BE49-F238E27FC236}">
                <a16:creationId xmlns:a16="http://schemas.microsoft.com/office/drawing/2014/main" id="{442D2820-7F1B-168F-1D40-F5CD574827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7" b="1525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41032B-1F8E-61E0-7717-2AAC8726B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800" b="1" dirty="0"/>
            </a:br>
            <a:r>
              <a:rPr lang="en-US" sz="49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Conclusion &amp; Recommendations</a:t>
            </a:r>
            <a:br>
              <a:rPr lang="en-US" sz="2800" b="1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EAAF5-0864-8412-4F04-1EEA25223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Distance, time, &amp; ride type are key predictors of price.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dynamic pricing based on demand &amp; location.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pricing strategies and revenue.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weather, traffic, &amp; events for better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More Data: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Explore time-series forecasting &amp; personalized pricing.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431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723C66ED-DBBF-12CA-7F5E-813E0E7D0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12192000" cy="6894986"/>
            <a:chOff x="0" y="-7622"/>
            <a:chExt cx="12192000" cy="6894986"/>
          </a:xfrm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E3002B52-2669-1ED7-2E0F-0627FC31D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82E9EC0D-91EA-9D35-F655-335C580AB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7770627C-B480-1145-72DC-5B59DBE04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Rectangle 1036">
              <a:extLst>
                <a:ext uri="{FF2B5EF4-FFF2-40B4-BE49-F238E27FC236}">
                  <a16:creationId xmlns:a16="http://schemas.microsoft.com/office/drawing/2014/main" id="{E9F81D39-93D1-019C-74DC-4710F53346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58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1028" name="Picture 4" descr="Cab Service PowerPoint Template - SlideBazaar">
            <a:extLst>
              <a:ext uri="{FF2B5EF4-FFF2-40B4-BE49-F238E27FC236}">
                <a16:creationId xmlns:a16="http://schemas.microsoft.com/office/drawing/2014/main" id="{C02D7FB0-C5DF-79A0-08E9-2EA160BA33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alphaModFix amt="5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8" b="2"/>
          <a:stretch/>
        </p:blipFill>
        <p:spPr bwMode="auto">
          <a:xfrm>
            <a:off x="20" y="-7624"/>
            <a:ext cx="12191981" cy="6887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453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604</Words>
  <Application>Microsoft Office PowerPoint</Application>
  <PresentationFormat>Widescreen</PresentationFormat>
  <Paragraphs>75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Source Sans Pro</vt:lpstr>
      <vt:lpstr>Source Sans Pro Black</vt:lpstr>
      <vt:lpstr>Times New Roman</vt:lpstr>
      <vt:lpstr>Wingdings</vt:lpstr>
      <vt:lpstr>Office Theme</vt:lpstr>
      <vt:lpstr>PREDICTIVE ANALYTICS FOR RIDESHARE PRICING</vt:lpstr>
      <vt:lpstr>Introduction/Problem Statement</vt:lpstr>
      <vt:lpstr>Objectives</vt:lpstr>
      <vt:lpstr>Data Collection &amp; Sources</vt:lpstr>
      <vt:lpstr> Data Cleaning &amp; Preparation </vt:lpstr>
      <vt:lpstr>Exploratory Data Analysis (EDA)</vt:lpstr>
      <vt:lpstr> Modeling / Analysis Techniques </vt:lpstr>
      <vt:lpstr> Results </vt:lpstr>
      <vt:lpstr> Conclusion &amp; Recommendations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Boyapati Anjala</dc:creator>
  <cp:lastModifiedBy>Boyapati Anjala</cp:lastModifiedBy>
  <cp:revision>1</cp:revision>
  <dcterms:created xsi:type="dcterms:W3CDTF">2025-05-01T04:26:23Z</dcterms:created>
  <dcterms:modified xsi:type="dcterms:W3CDTF">2025-05-01T16:24:42Z</dcterms:modified>
</cp:coreProperties>
</file>